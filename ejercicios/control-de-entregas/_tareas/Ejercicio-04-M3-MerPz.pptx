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74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82"/>
    <p:restoredTop sz="94552" autoAdjust="0"/>
  </p:normalViewPr>
  <p:slideViewPr>
    <p:cSldViewPr snapToGrid="0">
      <p:cViewPr varScale="1">
        <p:scale>
          <a:sx n="78" d="100"/>
          <a:sy n="78" d="100"/>
        </p:scale>
        <p:origin x="614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366CC556-2C61-7C0D-02E4-806988053544}"/>
              </a:ext>
            </a:extLst>
          </p:cNvPr>
          <p:cNvSpPr/>
          <p:nvPr userDrawn="1"/>
        </p:nvSpPr>
        <p:spPr>
          <a:xfrm>
            <a:off x="8129116" y="361950"/>
            <a:ext cx="3688234" cy="6496050"/>
          </a:xfrm>
          <a:prstGeom prst="round2Same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54A69E64-F6B1-36B3-0B7E-B033C569B3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58294" y="982164"/>
            <a:ext cx="4896897" cy="4893671"/>
          </a:xfrm>
          <a:prstGeom prst="roundRect">
            <a:avLst>
              <a:gd name="adj" fmla="val 15276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387B09-1852-BE22-A55E-32C42FA222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776" y="1939925"/>
            <a:ext cx="7255084" cy="3508452"/>
          </a:xfrm>
        </p:spPr>
        <p:txBody>
          <a:bodyPr anchor="b">
            <a:noAutofit/>
          </a:bodyPr>
          <a:lstStyle>
            <a:lvl1pPr algn="l">
              <a:defRPr sz="4000" b="1" spc="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DC2C222-0F72-C08F-DEE0-1898A5D73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776" y="5613208"/>
            <a:ext cx="7255084" cy="56693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CBEB4AD-80CD-0EC7-EE14-B602E347FFC4}"/>
              </a:ext>
            </a:extLst>
          </p:cNvPr>
          <p:cNvSpPr/>
          <p:nvPr userDrawn="1"/>
        </p:nvSpPr>
        <p:spPr>
          <a:xfrm>
            <a:off x="-219463" y="4821161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62C5317A-E329-E818-00F0-7C4312466AF4}"/>
              </a:ext>
            </a:extLst>
          </p:cNvPr>
          <p:cNvSpPr/>
          <p:nvPr userDrawn="1"/>
        </p:nvSpPr>
        <p:spPr>
          <a:xfrm>
            <a:off x="8129116" y="5496657"/>
            <a:ext cx="3688234" cy="6496050"/>
          </a:xfrm>
          <a:prstGeom prst="round2Same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428875A-411D-6DF1-3592-A92D01C070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67FAAAD-F998-E00E-816D-9A9B9E084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FC812DEB-FCDF-3258-6B25-916B89336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9323105-ECCF-7C8F-D185-C350215C7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0888" y="512764"/>
            <a:ext cx="7241511" cy="566609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D52B3C5A-27CC-B5FD-47FB-F6382F4DD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3657772" cy="5666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E46B89F-B92B-3F1D-D0CC-5681F127C591}"/>
              </a:ext>
            </a:extLst>
          </p:cNvPr>
          <p:cNvSpPr/>
          <p:nvPr userDrawn="1"/>
        </p:nvSpPr>
        <p:spPr>
          <a:xfrm>
            <a:off x="-222635" y="3075200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5BE4EB0D-95D0-5627-35EC-8CDB4186A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541B1DC-1844-316B-44B1-92A311732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8D81D3CA-942E-231C-8754-EEDA8C612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D54684D-841C-FDA2-7EA4-3358F6C41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2EA75441-C98A-E98F-BFE4-C66F20EE0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29ACB37-84DF-9B10-0E8A-6641EBB3ADC5}"/>
              </a:ext>
            </a:extLst>
          </p:cNvPr>
          <p:cNvSpPr/>
          <p:nvPr userDrawn="1"/>
        </p:nvSpPr>
        <p:spPr>
          <a:xfrm>
            <a:off x="-222635" y="905099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7C741427-153F-26E4-27EC-D9C4D6B7472D}"/>
              </a:ext>
            </a:extLst>
          </p:cNvPr>
          <p:cNvSpPr/>
          <p:nvPr userDrawn="1"/>
        </p:nvSpPr>
        <p:spPr>
          <a:xfrm rot="16200000">
            <a:off x="8129116" y="-3236766"/>
            <a:ext cx="3688234" cy="6496050"/>
          </a:xfrm>
          <a:prstGeom prst="round2Same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3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8A6D1C5-FBBE-8B6A-9C52-07C6B4B851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54725" y="673241"/>
            <a:ext cx="6682549" cy="3667058"/>
          </a:xfrm>
        </p:spPr>
        <p:txBody>
          <a:bodyPr anchor="b">
            <a:noAutofit/>
          </a:bodyPr>
          <a:lstStyle>
            <a:lvl1pPr algn="ctr">
              <a:defRPr sz="4800" b="1" spc="15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4D9BA2A-91FA-BE59-F6BC-05DA1E9CC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4725" y="4437930"/>
            <a:ext cx="6690002" cy="36512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5A15BE95-8473-9221-5709-4FE94F8A8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1029555-67AF-AAD1-07C0-067B7EBBB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D56C7267-20CD-70B1-9EE9-B2369597E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1D396E10-68F7-499D-08AD-19EA15CD124C}"/>
              </a:ext>
            </a:extLst>
          </p:cNvPr>
          <p:cNvSpPr/>
          <p:nvPr userDrawn="1"/>
        </p:nvSpPr>
        <p:spPr>
          <a:xfrm>
            <a:off x="2747273" y="361950"/>
            <a:ext cx="3688234" cy="6496050"/>
          </a:xfrm>
          <a:prstGeom prst="round2Same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29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4D4796F-00BD-512A-828E-E77C244A7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3F01F5C5-0EA0-CA69-CA7E-732760EBA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Date Placeholder 6">
            <a:extLst>
              <a:ext uri="{FF2B5EF4-FFF2-40B4-BE49-F238E27FC236}">
                <a16:creationId xmlns:a16="http://schemas.microsoft.com/office/drawing/2014/main" id="{75985070-CC24-B0CE-8C07-E63EFA4B3D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16" name="Footer Placeholder 7">
            <a:extLst>
              <a:ext uri="{FF2B5EF4-FFF2-40B4-BE49-F238E27FC236}">
                <a16:creationId xmlns:a16="http://schemas.microsoft.com/office/drawing/2014/main" id="{91344BDC-4291-96E6-0BC9-6E4DB37F9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60238D3D-3306-4CC2-7B18-EF2F28226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5E668D-CD6A-531F-1097-E60711DCDA19}"/>
              </a:ext>
            </a:extLst>
          </p:cNvPr>
          <p:cNvSpPr/>
          <p:nvPr userDrawn="1"/>
        </p:nvSpPr>
        <p:spPr>
          <a:xfrm>
            <a:off x="-222635" y="905099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58D66F-3322-F81D-ADB2-711DDAFB51B1}"/>
              </a:ext>
            </a:extLst>
          </p:cNvPr>
          <p:cNvSpPr/>
          <p:nvPr userDrawn="1"/>
        </p:nvSpPr>
        <p:spPr>
          <a:xfrm>
            <a:off x="535912" y="1939924"/>
            <a:ext cx="73688" cy="42402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0CDD4C48-45D6-A334-070C-5B70CE67EF83}"/>
              </a:ext>
            </a:extLst>
          </p:cNvPr>
          <p:cNvSpPr/>
          <p:nvPr userDrawn="1"/>
        </p:nvSpPr>
        <p:spPr>
          <a:xfrm rot="10800000">
            <a:off x="8129116" y="-5983287"/>
            <a:ext cx="3688234" cy="6496050"/>
          </a:xfrm>
          <a:prstGeom prst="round2Same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11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F376C0E-B37B-599B-51EA-3FFC8B7FD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28CE35C9-4DF5-D279-B48A-C8FE33531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id="{9818F564-A8DE-FEDA-6A49-B34857133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DF4D99E5-E71D-60C3-2925-B87E25342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Slide Number Placeholder 8">
            <a:extLst>
              <a:ext uri="{FF2B5EF4-FFF2-40B4-BE49-F238E27FC236}">
                <a16:creationId xmlns:a16="http://schemas.microsoft.com/office/drawing/2014/main" id="{68E9954F-C353-D3EF-2BC9-8235B1791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8CFD6C1-49D9-29D9-958C-DE1CBC34349D}"/>
              </a:ext>
            </a:extLst>
          </p:cNvPr>
          <p:cNvSpPr/>
          <p:nvPr userDrawn="1"/>
        </p:nvSpPr>
        <p:spPr>
          <a:xfrm>
            <a:off x="-222635" y="905099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B229D82F-1E26-07B9-57C3-88B0C4543D0D}"/>
              </a:ext>
            </a:extLst>
          </p:cNvPr>
          <p:cNvSpPr/>
          <p:nvPr userDrawn="1"/>
        </p:nvSpPr>
        <p:spPr>
          <a:xfrm>
            <a:off x="8129116" y="5209061"/>
            <a:ext cx="3688234" cy="6496050"/>
          </a:xfrm>
          <a:prstGeom prst="round2Same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4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E70C09F-76C4-E66C-0CD2-8BEF6626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7174525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47DBA814-4139-B586-226C-8244A5A1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6" y="525782"/>
            <a:ext cx="71745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Date Placeholder 6">
            <a:extLst>
              <a:ext uri="{FF2B5EF4-FFF2-40B4-BE49-F238E27FC236}">
                <a16:creationId xmlns:a16="http://schemas.microsoft.com/office/drawing/2014/main" id="{42CA08A9-E562-F1D9-5D34-CD1529F3AF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4039C7F9-6CBD-A5DE-D836-EBDABC803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C864CCEA-637A-223A-523E-0E6AECFC6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2F97441B-38A6-5AD1-6369-1464E79612A7}"/>
              </a:ext>
            </a:extLst>
          </p:cNvPr>
          <p:cNvSpPr/>
          <p:nvPr userDrawn="1"/>
        </p:nvSpPr>
        <p:spPr>
          <a:xfrm>
            <a:off x="8129116" y="361950"/>
            <a:ext cx="3688234" cy="6496050"/>
          </a:xfrm>
          <a:prstGeom prst="round2Same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43">
            <a:extLst>
              <a:ext uri="{FF2B5EF4-FFF2-40B4-BE49-F238E27FC236}">
                <a16:creationId xmlns:a16="http://schemas.microsoft.com/office/drawing/2014/main" id="{01EB26C0-6BB4-319E-3C90-1D0C3E36D6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58294" y="982164"/>
            <a:ext cx="4896897" cy="4893671"/>
          </a:xfrm>
          <a:prstGeom prst="roundRect">
            <a:avLst>
              <a:gd name="adj" fmla="val 15276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6713648-1067-36FB-2DD0-0F4DD430538E}"/>
              </a:ext>
            </a:extLst>
          </p:cNvPr>
          <p:cNvSpPr/>
          <p:nvPr userDrawn="1"/>
        </p:nvSpPr>
        <p:spPr>
          <a:xfrm>
            <a:off x="-222635" y="905099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5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ate Placeholder 6">
            <a:extLst>
              <a:ext uri="{FF2B5EF4-FFF2-40B4-BE49-F238E27FC236}">
                <a16:creationId xmlns:a16="http://schemas.microsoft.com/office/drawing/2014/main" id="{BBEBA036-833B-8E41-64B7-2DDD27D58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33" name="Footer Placeholder 7">
            <a:extLst>
              <a:ext uri="{FF2B5EF4-FFF2-40B4-BE49-F238E27FC236}">
                <a16:creationId xmlns:a16="http://schemas.microsoft.com/office/drawing/2014/main" id="{307E5BD1-FF23-9B3F-AB9B-53025ADB3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Slide Number Placeholder 8">
            <a:extLst>
              <a:ext uri="{FF2B5EF4-FFF2-40B4-BE49-F238E27FC236}">
                <a16:creationId xmlns:a16="http://schemas.microsoft.com/office/drawing/2014/main" id="{BE01BF77-EB1F-7E8E-2909-C1B42F398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255CBC4-0689-75EF-29B5-935DA652C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7174525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311CC1D-67BC-F6F1-62A4-A7A50FE09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6" y="525782"/>
            <a:ext cx="71745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FD1F99DE-4EB0-A2C9-07FA-EFF636B6F5E1}"/>
              </a:ext>
            </a:extLst>
          </p:cNvPr>
          <p:cNvSpPr/>
          <p:nvPr userDrawn="1"/>
        </p:nvSpPr>
        <p:spPr>
          <a:xfrm>
            <a:off x="8500903" y="361950"/>
            <a:ext cx="3688234" cy="6496050"/>
          </a:xfrm>
          <a:prstGeom prst="round2Same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43">
            <a:extLst>
              <a:ext uri="{FF2B5EF4-FFF2-40B4-BE49-F238E27FC236}">
                <a16:creationId xmlns:a16="http://schemas.microsoft.com/office/drawing/2014/main" id="{DD74356F-E682-DCCC-B2F0-434796B555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58295" y="-130628"/>
            <a:ext cx="3859056" cy="6988628"/>
          </a:xfrm>
          <a:prstGeom prst="roundRect">
            <a:avLst>
              <a:gd name="adj" fmla="val 15276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86EC14-6ECB-7B5B-A8BE-BC2B2DE5898D}"/>
              </a:ext>
            </a:extLst>
          </p:cNvPr>
          <p:cNvSpPr/>
          <p:nvPr userDrawn="1"/>
        </p:nvSpPr>
        <p:spPr>
          <a:xfrm>
            <a:off x="-222635" y="905099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1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004188A-F19F-AD61-BC9E-59C5047FBB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2687" y="1259488"/>
            <a:ext cx="9138662" cy="3294598"/>
          </a:xfrm>
        </p:spPr>
        <p:txBody>
          <a:bodyPr anchor="b">
            <a:noAutofit/>
          </a:bodyPr>
          <a:lstStyle>
            <a:lvl1pPr>
              <a:defRPr lang="en-US" sz="4800" kern="1200" spc="150" baseline="0" dirty="0">
                <a:solidFill>
                  <a:schemeClr val="tx1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15FD6-82C1-F27F-AB17-2E2DD041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2687" y="4607259"/>
            <a:ext cx="9138662" cy="9331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814100BA-2CC6-AE28-2F7B-B692FE2A6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61243ED-969B-2529-42C2-898A76F9C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B885FEFC-0A48-21D7-D046-9E9457B27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5DC75D-2D62-E910-AC7B-59D626FDDB15}"/>
              </a:ext>
            </a:extLst>
          </p:cNvPr>
          <p:cNvSpPr/>
          <p:nvPr userDrawn="1"/>
        </p:nvSpPr>
        <p:spPr>
          <a:xfrm>
            <a:off x="688413" y="3987158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53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831223F8-1E40-434A-66E6-0862EE571CF5}"/>
              </a:ext>
            </a:extLst>
          </p:cNvPr>
          <p:cNvSpPr/>
          <p:nvPr userDrawn="1"/>
        </p:nvSpPr>
        <p:spPr>
          <a:xfrm>
            <a:off x="494044" y="2590377"/>
            <a:ext cx="2199320" cy="2581001"/>
          </a:xfrm>
          <a:prstGeom prst="round2SameRect">
            <a:avLst>
              <a:gd name="adj1" fmla="val 16667"/>
              <a:gd name="adj2" fmla="val 19846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7F12B53E-2EBB-E25F-1447-88DAB09EB2D1}"/>
              </a:ext>
            </a:extLst>
          </p:cNvPr>
          <p:cNvSpPr/>
          <p:nvPr userDrawn="1"/>
        </p:nvSpPr>
        <p:spPr>
          <a:xfrm>
            <a:off x="3248130" y="2586903"/>
            <a:ext cx="2199320" cy="2581001"/>
          </a:xfrm>
          <a:prstGeom prst="round2SameRect">
            <a:avLst>
              <a:gd name="adj1" fmla="val 16667"/>
              <a:gd name="adj2" fmla="val 19846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5F78839A-FA1F-203C-39CC-AF3346408DFA}"/>
              </a:ext>
            </a:extLst>
          </p:cNvPr>
          <p:cNvSpPr/>
          <p:nvPr userDrawn="1"/>
        </p:nvSpPr>
        <p:spPr>
          <a:xfrm>
            <a:off x="6002216" y="2586902"/>
            <a:ext cx="2199320" cy="2581001"/>
          </a:xfrm>
          <a:prstGeom prst="round2SameRect">
            <a:avLst>
              <a:gd name="adj1" fmla="val 16667"/>
              <a:gd name="adj2" fmla="val 19846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476AE7A9-77EF-BEC3-DA23-A1CC53ACD295}"/>
              </a:ext>
            </a:extLst>
          </p:cNvPr>
          <p:cNvSpPr/>
          <p:nvPr userDrawn="1"/>
        </p:nvSpPr>
        <p:spPr>
          <a:xfrm>
            <a:off x="8756302" y="2590072"/>
            <a:ext cx="2199320" cy="2581001"/>
          </a:xfrm>
          <a:prstGeom prst="round2SameRect">
            <a:avLst>
              <a:gd name="adj1" fmla="val 16667"/>
              <a:gd name="adj2" fmla="val 19846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4A86D033-F51F-F109-5C38-4A25CA3BA3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2292637"/>
            <a:ext cx="2065774" cy="2250304"/>
          </a:xfrm>
          <a:prstGeom prst="roundRect">
            <a:avLst/>
          </a:prstGeom>
          <a:noFill/>
          <a:ln w="22225"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2D64A50-92D7-8C1C-290B-242F094FB77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4828317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45F4F5-7BF0-1976-C824-573B8D337F8B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8200" y="5207907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287657EF-ADA5-F683-759A-3249F0D9C16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654809" y="2292637"/>
            <a:ext cx="2065774" cy="2250304"/>
          </a:xfrm>
          <a:prstGeom prst="roundRect">
            <a:avLst/>
          </a:prstGeom>
          <a:noFill/>
          <a:ln w="22225"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DB99B4F-D49A-D108-04DC-52EE57005C8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654809" y="4828317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0CC13DB-1E39-8FED-2907-34BDA3F34B4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3654809" y="5207907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Picture Placeholder 10">
            <a:extLst>
              <a:ext uri="{FF2B5EF4-FFF2-40B4-BE49-F238E27FC236}">
                <a16:creationId xmlns:a16="http://schemas.microsoft.com/office/drawing/2014/main" id="{903671E6-6CEE-3054-989D-25DB478650A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71418" y="2292637"/>
            <a:ext cx="2065774" cy="2250304"/>
          </a:xfrm>
          <a:prstGeom prst="roundRect">
            <a:avLst/>
          </a:prstGeom>
          <a:noFill/>
          <a:ln w="22225"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91DA3DBF-60AE-F0AB-070A-F93ED4F464C4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1418" y="4828317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9F595719-B7AA-71F7-F577-C674582ECE29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71418" y="5207907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Picture Placeholder 10">
            <a:extLst>
              <a:ext uri="{FF2B5EF4-FFF2-40B4-BE49-F238E27FC236}">
                <a16:creationId xmlns:a16="http://schemas.microsoft.com/office/drawing/2014/main" id="{49105B7D-16FC-B8D7-01FC-221DA77B37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88026" y="2292637"/>
            <a:ext cx="2065774" cy="2250304"/>
          </a:xfrm>
          <a:prstGeom prst="roundRect">
            <a:avLst/>
          </a:prstGeom>
          <a:noFill/>
          <a:ln w="22225"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B322F94C-C49C-A000-FD04-FAA94E34C0E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288026" y="4828317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9B5C6BE-6077-D484-0C99-3561635BD333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9288026" y="5207907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87DCDA2-DF73-6705-DF03-98EE6364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6" name="Date Placeholder 6">
            <a:extLst>
              <a:ext uri="{FF2B5EF4-FFF2-40B4-BE49-F238E27FC236}">
                <a16:creationId xmlns:a16="http://schemas.microsoft.com/office/drawing/2014/main" id="{90A7410D-7875-C265-1C70-65C9B66CBC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47" name="Footer Placeholder 7">
            <a:extLst>
              <a:ext uri="{FF2B5EF4-FFF2-40B4-BE49-F238E27FC236}">
                <a16:creationId xmlns:a16="http://schemas.microsoft.com/office/drawing/2014/main" id="{A642EF52-C95D-0837-2C7B-D32BF6B6B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8" name="Slide Number Placeholder 8">
            <a:extLst>
              <a:ext uri="{FF2B5EF4-FFF2-40B4-BE49-F238E27FC236}">
                <a16:creationId xmlns:a16="http://schemas.microsoft.com/office/drawing/2014/main" id="{70B13126-26EB-0F08-D8E6-0AA1E7BEC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EB6D40B-D3AB-F2E2-E83E-14FAB2E0E57F}"/>
              </a:ext>
            </a:extLst>
          </p:cNvPr>
          <p:cNvSpPr/>
          <p:nvPr userDrawn="1"/>
        </p:nvSpPr>
        <p:spPr>
          <a:xfrm>
            <a:off x="-222635" y="905099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0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1C7EC94B-73BD-00A7-1E10-942D2D72385F}"/>
              </a:ext>
            </a:extLst>
          </p:cNvPr>
          <p:cNvSpPr/>
          <p:nvPr userDrawn="1"/>
        </p:nvSpPr>
        <p:spPr>
          <a:xfrm>
            <a:off x="446056" y="2422687"/>
            <a:ext cx="1591056" cy="1591056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5AC8D216-EF98-CA8C-5F59-E8528D172FA6}"/>
              </a:ext>
            </a:extLst>
          </p:cNvPr>
          <p:cNvSpPr/>
          <p:nvPr userDrawn="1"/>
        </p:nvSpPr>
        <p:spPr>
          <a:xfrm>
            <a:off x="4257334" y="2422687"/>
            <a:ext cx="1591056" cy="1591056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DF0002DF-4A2B-5B23-F786-F50DB7003E96}"/>
              </a:ext>
            </a:extLst>
          </p:cNvPr>
          <p:cNvSpPr/>
          <p:nvPr userDrawn="1"/>
        </p:nvSpPr>
        <p:spPr>
          <a:xfrm>
            <a:off x="8043672" y="2422687"/>
            <a:ext cx="1591056" cy="1591056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3016CF83-892C-CC44-B2EF-90C18E1BB1AD}"/>
              </a:ext>
            </a:extLst>
          </p:cNvPr>
          <p:cNvSpPr/>
          <p:nvPr userDrawn="1"/>
        </p:nvSpPr>
        <p:spPr>
          <a:xfrm>
            <a:off x="446056" y="4480814"/>
            <a:ext cx="1591056" cy="1591056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49A84C61-13BB-F981-9711-4B935D83BF3A}"/>
              </a:ext>
            </a:extLst>
          </p:cNvPr>
          <p:cNvSpPr/>
          <p:nvPr userDrawn="1"/>
        </p:nvSpPr>
        <p:spPr>
          <a:xfrm>
            <a:off x="4257334" y="4480814"/>
            <a:ext cx="1591056" cy="1591056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A838AC97-4BD7-3FFD-EE15-FA822639F151}"/>
              </a:ext>
            </a:extLst>
          </p:cNvPr>
          <p:cNvSpPr/>
          <p:nvPr userDrawn="1"/>
        </p:nvSpPr>
        <p:spPr>
          <a:xfrm>
            <a:off x="8043672" y="4480814"/>
            <a:ext cx="1591056" cy="1591056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itle Placeholder 1">
            <a:extLst>
              <a:ext uri="{FF2B5EF4-FFF2-40B4-BE49-F238E27FC236}">
                <a16:creationId xmlns:a16="http://schemas.microsoft.com/office/drawing/2014/main" id="{F0F7EE35-0E04-8176-46F6-2B2F01D7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4A466A28-0E19-AF01-75F1-0C0F9B6DE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525C0D58-7789-EEEE-E7CA-49BCB95107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E263B388-45BE-AF33-671F-5A4EF11A4F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A65AFF46-684A-B308-8067-0B9C0D64B3D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319" y="2182121"/>
            <a:ext cx="1586707" cy="1587298"/>
          </a:xfrm>
          <a:prstGeom prst="ellipse">
            <a:avLst/>
          </a:prstGeom>
          <a:noFill/>
          <a:ln w="22225">
            <a:solidFill>
              <a:schemeClr val="accent1"/>
            </a:solidFill>
          </a:ln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A9CBF682-94EC-7F5F-15E7-88810CB3A8E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47374" y="2615679"/>
            <a:ext cx="1586707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BA275AE9-C6A5-1AFD-741E-349166F4963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2347374" y="2995269"/>
            <a:ext cx="1586707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Picture Placeholder 10">
            <a:extLst>
              <a:ext uri="{FF2B5EF4-FFF2-40B4-BE49-F238E27FC236}">
                <a16:creationId xmlns:a16="http://schemas.microsoft.com/office/drawing/2014/main" id="{9A23FC75-3AB5-B0C7-8129-E994E81FC3B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7319" y="4258066"/>
            <a:ext cx="1586707" cy="1587298"/>
          </a:xfrm>
          <a:prstGeom prst="ellipse">
            <a:avLst/>
          </a:prstGeom>
          <a:noFill/>
          <a:ln w="22225">
            <a:solidFill>
              <a:schemeClr val="accent1"/>
            </a:solidFill>
          </a:ln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AF3CE681-574A-6A3B-AA48-CB73CA6A8F1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2347374" y="4691624"/>
            <a:ext cx="1586707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28B62133-51F5-4B64-915A-E4593A66A85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347374" y="5071214"/>
            <a:ext cx="1586707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Picture Placeholder 10">
            <a:extLst>
              <a:ext uri="{FF2B5EF4-FFF2-40B4-BE49-F238E27FC236}">
                <a16:creationId xmlns:a16="http://schemas.microsoft.com/office/drawing/2014/main" id="{42C8C516-CC83-838D-363B-391B8219D9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450990" y="2182121"/>
            <a:ext cx="1586707" cy="1587298"/>
          </a:xfrm>
          <a:prstGeom prst="ellipse">
            <a:avLst/>
          </a:prstGeom>
          <a:noFill/>
          <a:ln w="22225">
            <a:solidFill>
              <a:schemeClr val="accent1"/>
            </a:solidFill>
          </a:ln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ADABA2CE-7873-AC3D-5D26-73ABB9A302D7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71045" y="2615679"/>
            <a:ext cx="1586707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DEEFFF35-8B19-2F4D-30CC-7E0589D1E01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71045" y="2995269"/>
            <a:ext cx="1586707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4" name="Picture Placeholder 10">
            <a:extLst>
              <a:ext uri="{FF2B5EF4-FFF2-40B4-BE49-F238E27FC236}">
                <a16:creationId xmlns:a16="http://schemas.microsoft.com/office/drawing/2014/main" id="{04F0EC20-A0AC-F9DA-7E70-755214DE9F0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50990" y="4258066"/>
            <a:ext cx="1586707" cy="1587298"/>
          </a:xfrm>
          <a:prstGeom prst="ellipse">
            <a:avLst/>
          </a:prstGeom>
          <a:noFill/>
          <a:ln w="22225">
            <a:solidFill>
              <a:schemeClr val="accent1"/>
            </a:solidFill>
          </a:ln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4C98A204-E4CF-D59C-086F-557D5A3F1F96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171045" y="4691624"/>
            <a:ext cx="1586707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9B9A6FC8-0FE6-77A0-78B3-9FD3DD9BB87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71045" y="5071214"/>
            <a:ext cx="1586707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7" name="Picture Placeholder 10">
            <a:extLst>
              <a:ext uri="{FF2B5EF4-FFF2-40B4-BE49-F238E27FC236}">
                <a16:creationId xmlns:a16="http://schemas.microsoft.com/office/drawing/2014/main" id="{24B9F136-FF09-37B1-B9BF-A1EB2639BD6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257919" y="2182121"/>
            <a:ext cx="1586707" cy="1587298"/>
          </a:xfrm>
          <a:prstGeom prst="ellipse">
            <a:avLst/>
          </a:prstGeom>
          <a:noFill/>
          <a:ln w="22225">
            <a:solidFill>
              <a:schemeClr val="accent1"/>
            </a:solidFill>
          </a:ln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DB594694-8234-ECED-D634-1EF357968C58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77974" y="2615679"/>
            <a:ext cx="1586707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901CC02-7E3B-F0B0-8995-9C78DC42A4A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9977974" y="2995269"/>
            <a:ext cx="1586707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0" name="Picture Placeholder 10">
            <a:extLst>
              <a:ext uri="{FF2B5EF4-FFF2-40B4-BE49-F238E27FC236}">
                <a16:creationId xmlns:a16="http://schemas.microsoft.com/office/drawing/2014/main" id="{9843C591-DC5A-5024-93AE-67FB9439F91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260480" y="4258066"/>
            <a:ext cx="1586707" cy="1587298"/>
          </a:xfrm>
          <a:prstGeom prst="ellipse">
            <a:avLst/>
          </a:prstGeom>
          <a:noFill/>
          <a:ln w="22225">
            <a:solidFill>
              <a:schemeClr val="accent1"/>
            </a:solidFill>
          </a:ln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15D1FF-8FA4-5F85-4F52-42EC95EE5EAA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80535" y="4691624"/>
            <a:ext cx="1586707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C5354B4-BDE7-3DCE-DA41-1446ADB8CBF0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980535" y="5071214"/>
            <a:ext cx="1586707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F914283-9C0C-B073-A470-3BAF021587DE}"/>
              </a:ext>
            </a:extLst>
          </p:cNvPr>
          <p:cNvSpPr/>
          <p:nvPr userDrawn="1"/>
        </p:nvSpPr>
        <p:spPr>
          <a:xfrm>
            <a:off x="-222635" y="905099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2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C1B2F9A2-55CE-F8E9-FFDA-0EC3681AE605}"/>
              </a:ext>
            </a:extLst>
          </p:cNvPr>
          <p:cNvSpPr/>
          <p:nvPr userDrawn="1"/>
        </p:nvSpPr>
        <p:spPr>
          <a:xfrm flipV="1">
            <a:off x="8500903" y="0"/>
            <a:ext cx="3688234" cy="6496050"/>
          </a:xfrm>
          <a:prstGeom prst="round2Same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martArt Placeholder 6">
            <a:extLst>
              <a:ext uri="{FF2B5EF4-FFF2-40B4-BE49-F238E27FC236}">
                <a16:creationId xmlns:a16="http://schemas.microsoft.com/office/drawing/2014/main" id="{C9C1860A-C2D8-69F8-BEF8-A455C1E01E4C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12777" y="1939925"/>
            <a:ext cx="10969623" cy="42402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SmartArt graphic</a:t>
            </a:r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E954ACE7-B481-DC00-B13C-FABF9202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AE9AA162-1C0A-4DD9-299A-F692A18BB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FA81490F-82CF-7532-8BA1-FF73D759C0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B212B760-6E16-6EE0-84C4-59A04E77B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87C93B-6AB0-56F3-BBDB-1173C0E0AEFF}"/>
              </a:ext>
            </a:extLst>
          </p:cNvPr>
          <p:cNvSpPr/>
          <p:nvPr userDrawn="1"/>
        </p:nvSpPr>
        <p:spPr>
          <a:xfrm>
            <a:off x="-222635" y="905099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97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540882-5CA2-4E19-D284-70C473EC3FC0}"/>
              </a:ext>
            </a:extLst>
          </p:cNvPr>
          <p:cNvCxnSpPr>
            <a:cxnSpLocks/>
          </p:cNvCxnSpPr>
          <p:nvPr userDrawn="1"/>
        </p:nvCxnSpPr>
        <p:spPr>
          <a:xfrm flipV="1">
            <a:off x="2968308" y="3231058"/>
            <a:ext cx="1288912" cy="1168029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3DE81D-8834-9742-B30E-4C7A5618E7D5}"/>
              </a:ext>
            </a:extLst>
          </p:cNvPr>
          <p:cNvCxnSpPr>
            <a:cxnSpLocks/>
          </p:cNvCxnSpPr>
          <p:nvPr userDrawn="1"/>
        </p:nvCxnSpPr>
        <p:spPr>
          <a:xfrm>
            <a:off x="4273099" y="3250689"/>
            <a:ext cx="2910126" cy="782513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3D27F6-ED4B-44A9-EE8F-7F2401229EB5}"/>
              </a:ext>
            </a:extLst>
          </p:cNvPr>
          <p:cNvCxnSpPr>
            <a:cxnSpLocks/>
          </p:cNvCxnSpPr>
          <p:nvPr userDrawn="1"/>
        </p:nvCxnSpPr>
        <p:spPr>
          <a:xfrm flipV="1">
            <a:off x="7183225" y="3079702"/>
            <a:ext cx="2781901" cy="952067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B8B9EBEE-C30E-9A7D-007D-8A344F6475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4117" y="3391876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F2254282-974B-731F-1842-E04509FB00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19264" y="3958427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F5999EB-62B4-A6C9-DFDC-DB0072030B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10538" y="2244935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2F513EF1-976A-E928-2BFA-E287946DEB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12037" y="3656131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88FB793D-6FFE-EC26-E7D5-7A79F62957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4117" y="3915313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3F229964-AD4D-6AED-F889-7357E605F4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30222" y="4497144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7843676F-85B7-B919-360B-8CD18EFECC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10538" y="2769167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50C2B114-0FFC-0699-AEE1-382EDF2D15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12037" y="4181830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9104151-0A74-A7A8-3789-6439BCB94764}"/>
              </a:ext>
            </a:extLst>
          </p:cNvPr>
          <p:cNvSpPr/>
          <p:nvPr userDrawn="1"/>
        </p:nvSpPr>
        <p:spPr>
          <a:xfrm>
            <a:off x="2675456" y="4105223"/>
            <a:ext cx="571504" cy="576072"/>
          </a:xfrm>
          <a:prstGeom prst="ellipse">
            <a:avLst/>
          </a:prstGeom>
          <a:solidFill>
            <a:schemeClr val="accent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utura LT Book" pitchFamily="2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DCB3DF9-4828-0B98-A647-8372DFAB7CD6}"/>
              </a:ext>
            </a:extLst>
          </p:cNvPr>
          <p:cNvSpPr/>
          <p:nvPr userDrawn="1"/>
        </p:nvSpPr>
        <p:spPr>
          <a:xfrm>
            <a:off x="3961340" y="2962215"/>
            <a:ext cx="571504" cy="576072"/>
          </a:xfrm>
          <a:prstGeom prst="ellipse">
            <a:avLst/>
          </a:prstGeom>
          <a:solidFill>
            <a:schemeClr val="accent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utura LT Book" pitchFamily="2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6F5BE21-1DBC-643C-629F-B35691384503}"/>
              </a:ext>
            </a:extLst>
          </p:cNvPr>
          <p:cNvSpPr/>
          <p:nvPr userDrawn="1"/>
        </p:nvSpPr>
        <p:spPr>
          <a:xfrm>
            <a:off x="6890298" y="3748033"/>
            <a:ext cx="571504" cy="576072"/>
          </a:xfrm>
          <a:prstGeom prst="ellipse">
            <a:avLst/>
          </a:prstGeom>
          <a:solidFill>
            <a:schemeClr val="accent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utura LT Book" pitchFamily="2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5ADEB4B-5C18-AD78-CBBB-FC287D23E531}"/>
              </a:ext>
            </a:extLst>
          </p:cNvPr>
          <p:cNvSpPr/>
          <p:nvPr userDrawn="1"/>
        </p:nvSpPr>
        <p:spPr>
          <a:xfrm>
            <a:off x="9679374" y="2783269"/>
            <a:ext cx="571504" cy="576072"/>
          </a:xfrm>
          <a:prstGeom prst="ellipse">
            <a:avLst/>
          </a:prstGeom>
          <a:solidFill>
            <a:schemeClr val="accent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utura LT Book" pitchFamily="2" charset="0"/>
            </a:endParaRPr>
          </a:p>
        </p:txBody>
      </p: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0DA6BE68-DDED-EF5C-E0E6-EC3B47CCD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206FE774-25D6-A294-DD74-CCC0DAFE3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8648E7A1-6D43-157B-232A-7BAEEE127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Slide Number Placeholder 8">
            <a:extLst>
              <a:ext uri="{FF2B5EF4-FFF2-40B4-BE49-F238E27FC236}">
                <a16:creationId xmlns:a16="http://schemas.microsoft.com/office/drawing/2014/main" id="{3D932FAE-B646-C1A1-7099-530A3A524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55616B-489E-C52B-19DD-B8A26C846879}"/>
              </a:ext>
            </a:extLst>
          </p:cNvPr>
          <p:cNvSpPr/>
          <p:nvPr userDrawn="1"/>
        </p:nvSpPr>
        <p:spPr>
          <a:xfrm>
            <a:off x="-222635" y="905099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66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8BD5D2BE-F46C-103E-91AC-5A37E8DF5DBD}"/>
              </a:ext>
            </a:extLst>
          </p:cNvPr>
          <p:cNvSpPr/>
          <p:nvPr userDrawn="1"/>
        </p:nvSpPr>
        <p:spPr>
          <a:xfrm flipV="1">
            <a:off x="8500903" y="0"/>
            <a:ext cx="3688234" cy="6496050"/>
          </a:xfrm>
          <a:prstGeom prst="round2Same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F5514-3F47-0C9C-9AD7-AFD1FE880F2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2778" y="1939925"/>
            <a:ext cx="5384798" cy="8239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57FB3-70D5-7DA4-A11B-9A5664148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778" y="2852583"/>
            <a:ext cx="5384798" cy="33275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9D676-54F3-C077-56F4-907DD78FDAC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02343" y="1939925"/>
            <a:ext cx="5384787" cy="8239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7B3973-833E-1126-A0D9-B347B3A87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2343" y="2852644"/>
            <a:ext cx="5384787" cy="33287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F0E71305-A1C6-6777-9AEB-A1860573B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Date Placeholder 6">
            <a:extLst>
              <a:ext uri="{FF2B5EF4-FFF2-40B4-BE49-F238E27FC236}">
                <a16:creationId xmlns:a16="http://schemas.microsoft.com/office/drawing/2014/main" id="{501BA726-6481-749D-3C5C-7EAA648119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56716AF1-F63E-6901-C546-E6565AA8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FD19D99D-BA88-66B6-C93E-821F30241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DFCF683-04CA-8FBF-CA15-427EF9339F9C}"/>
              </a:ext>
            </a:extLst>
          </p:cNvPr>
          <p:cNvSpPr/>
          <p:nvPr userDrawn="1"/>
        </p:nvSpPr>
        <p:spPr>
          <a:xfrm>
            <a:off x="-222635" y="905099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15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B40D38F-CF40-6542-AE46-FC2D631B0D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2777" y="1939925"/>
            <a:ext cx="3607423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7B94411-EE1B-C03C-ECA6-2C4902E5D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774" y="2853732"/>
            <a:ext cx="3611880" cy="33264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FA7392-094B-A613-86FB-A9E944F2363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83406" y="1939925"/>
            <a:ext cx="3625189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8ACE00C-9CB9-DC00-4643-DA904CA9A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92287" y="2853732"/>
            <a:ext cx="3611880" cy="33264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013688-DF31-3EE2-D370-36B3288E68B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71800" y="1939925"/>
            <a:ext cx="3607423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F083F95-2FCF-68CA-C819-D4BE0495B34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1801" y="2853732"/>
            <a:ext cx="3611880" cy="33264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5383B23B-2B89-6FE6-0D68-1362CD35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Date Placeholder 6">
            <a:extLst>
              <a:ext uri="{FF2B5EF4-FFF2-40B4-BE49-F238E27FC236}">
                <a16:creationId xmlns:a16="http://schemas.microsoft.com/office/drawing/2014/main" id="{59729D82-FB30-8553-3928-DBE5CE9FD1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41" name="Footer Placeholder 7">
            <a:extLst>
              <a:ext uri="{FF2B5EF4-FFF2-40B4-BE49-F238E27FC236}">
                <a16:creationId xmlns:a16="http://schemas.microsoft.com/office/drawing/2014/main" id="{81FDCA25-BD57-9CE0-C26F-52D00B72C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2" name="Slide Number Placeholder 8">
            <a:extLst>
              <a:ext uri="{FF2B5EF4-FFF2-40B4-BE49-F238E27FC236}">
                <a16:creationId xmlns:a16="http://schemas.microsoft.com/office/drawing/2014/main" id="{E8E1E34B-A47D-C7D9-6D07-069DD7AF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D64431-5090-990F-E682-909654A005C1}"/>
              </a:ext>
            </a:extLst>
          </p:cNvPr>
          <p:cNvSpPr/>
          <p:nvPr userDrawn="1"/>
        </p:nvSpPr>
        <p:spPr>
          <a:xfrm>
            <a:off x="-222635" y="905099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BE2EB8B3-502A-F591-725A-7426CFD80F2E}"/>
              </a:ext>
            </a:extLst>
          </p:cNvPr>
          <p:cNvSpPr/>
          <p:nvPr userDrawn="1"/>
        </p:nvSpPr>
        <p:spPr>
          <a:xfrm rot="5400000" flipV="1">
            <a:off x="8500903" y="-2642597"/>
            <a:ext cx="3688234" cy="6496050"/>
          </a:xfrm>
          <a:prstGeom prst="round2Same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87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6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5985588F-1A8B-D537-B99C-654571514379}"/>
              </a:ext>
            </a:extLst>
          </p:cNvPr>
          <p:cNvSpPr/>
          <p:nvPr userDrawn="1"/>
        </p:nvSpPr>
        <p:spPr>
          <a:xfrm rot="16200000">
            <a:off x="8500903" y="2237462"/>
            <a:ext cx="3688234" cy="6496050"/>
          </a:xfrm>
          <a:prstGeom prst="round2Same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802DE2BE-DD27-8F48-5363-6C56AFD3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754056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2C5C13D-A764-5415-1EA1-F8F45D727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9" y="1939924"/>
            <a:ext cx="7540452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C02F21-2B1D-96E5-47B1-7891157156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700538-0F8F-7F2A-9108-6638EFF04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D430CA-B936-0BFD-E51A-343DC7ACE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356A80-8645-F4A2-7D75-DDB1E6B501C5}"/>
              </a:ext>
            </a:extLst>
          </p:cNvPr>
          <p:cNvSpPr/>
          <p:nvPr userDrawn="1"/>
        </p:nvSpPr>
        <p:spPr>
          <a:xfrm>
            <a:off x="-222635" y="905099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43">
            <a:extLst>
              <a:ext uri="{FF2B5EF4-FFF2-40B4-BE49-F238E27FC236}">
                <a16:creationId xmlns:a16="http://schemas.microsoft.com/office/drawing/2014/main" id="{F892947F-31C4-A687-3F48-22A6C72B1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58294" y="982164"/>
            <a:ext cx="4896897" cy="4893671"/>
          </a:xfrm>
          <a:prstGeom prst="roundRect">
            <a:avLst>
              <a:gd name="adj" fmla="val 15276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78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88CF2594-8350-4D6B-1BEA-F75B60198AAB}"/>
              </a:ext>
            </a:extLst>
          </p:cNvPr>
          <p:cNvSpPr/>
          <p:nvPr userDrawn="1"/>
        </p:nvSpPr>
        <p:spPr>
          <a:xfrm flipV="1">
            <a:off x="8500903" y="0"/>
            <a:ext cx="3688234" cy="6496050"/>
          </a:xfrm>
          <a:prstGeom prst="round2Same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 Placeholder 1">
            <a:extLst>
              <a:ext uri="{FF2B5EF4-FFF2-40B4-BE49-F238E27FC236}">
                <a16:creationId xmlns:a16="http://schemas.microsoft.com/office/drawing/2014/main" id="{E221B920-9165-5AE2-C049-3FC42E9E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ED7CCFB4-8D9D-9F78-38AF-549B77539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4" name="Date Placeholder 6">
            <a:extLst>
              <a:ext uri="{FF2B5EF4-FFF2-40B4-BE49-F238E27FC236}">
                <a16:creationId xmlns:a16="http://schemas.microsoft.com/office/drawing/2014/main" id="{6262B09A-3C28-8BE6-C782-F3F53100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35" name="Footer Placeholder 7">
            <a:extLst>
              <a:ext uri="{FF2B5EF4-FFF2-40B4-BE49-F238E27FC236}">
                <a16:creationId xmlns:a16="http://schemas.microsoft.com/office/drawing/2014/main" id="{36CD147B-1368-E910-AAAE-4989A913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6" name="Slide Number Placeholder 8">
            <a:extLst>
              <a:ext uri="{FF2B5EF4-FFF2-40B4-BE49-F238E27FC236}">
                <a16:creationId xmlns:a16="http://schemas.microsoft.com/office/drawing/2014/main" id="{2CCDB975-41B7-0181-0B82-733BCBC0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817B80-CE37-6D3F-5DAF-4B4E4327EF79}"/>
              </a:ext>
            </a:extLst>
          </p:cNvPr>
          <p:cNvSpPr/>
          <p:nvPr userDrawn="1"/>
        </p:nvSpPr>
        <p:spPr>
          <a:xfrm>
            <a:off x="-222635" y="905099"/>
            <a:ext cx="832238" cy="56692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392DEB-A361-D46C-491D-0732A8D71553}"/>
              </a:ext>
            </a:extLst>
          </p:cNvPr>
          <p:cNvSpPr/>
          <p:nvPr userDrawn="1"/>
        </p:nvSpPr>
        <p:spPr>
          <a:xfrm>
            <a:off x="535912" y="1939924"/>
            <a:ext cx="73688" cy="42402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41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777" y="1948565"/>
            <a:ext cx="10969623" cy="422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F089D-7503-1B65-5C32-A0CF3127D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777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100DAA-43EF-EFF4-2886-82477DB5C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479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C52BBA-C88D-512A-F138-9FDE07E67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347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62" r:id="rId6"/>
    <p:sldLayoutId id="2147483652" r:id="rId7"/>
    <p:sldLayoutId id="2147483664" r:id="rId8"/>
    <p:sldLayoutId id="2147483665" r:id="rId9"/>
    <p:sldLayoutId id="2147483663" r:id="rId10"/>
    <p:sldLayoutId id="2147483667" r:id="rId11"/>
    <p:sldLayoutId id="2147483666" r:id="rId12"/>
    <p:sldLayoutId id="2147483654" r:id="rId13"/>
    <p:sldLayoutId id="2147483653" r:id="rId14"/>
    <p:sldLayoutId id="2147483655" r:id="rId15"/>
    <p:sldLayoutId id="2147483668" r:id="rId16"/>
    <p:sldLayoutId id="214748366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28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444" userDrawn="1">
          <p15:clr>
            <a:srgbClr val="F26B43"/>
          </p15:clr>
        </p15:guide>
        <p15:guide id="5" orient="horz" pos="228" userDrawn="1">
          <p15:clr>
            <a:srgbClr val="F26B43"/>
          </p15:clr>
        </p15:guide>
        <p15:guide id="6" orient="horz" pos="1165" userDrawn="1">
          <p15:clr>
            <a:srgbClr val="F26B43"/>
          </p15:clr>
        </p15:guide>
        <p15:guide id="7" orient="horz" pos="1222" userDrawn="1">
          <p15:clr>
            <a:srgbClr val="F26B43"/>
          </p15:clr>
        </p15:guide>
        <p15:guide id="9" orient="horz" pos="3994" userDrawn="1">
          <p15:clr>
            <a:srgbClr val="F26B43"/>
          </p15:clr>
        </p15:guide>
        <p15:guide id="10" orient="horz" pos="4235" userDrawn="1">
          <p15:clr>
            <a:srgbClr val="F26B43"/>
          </p15:clr>
        </p15:guide>
        <p15:guide id="11" pos="386" userDrawn="1">
          <p15:clr>
            <a:srgbClr val="F26B43"/>
          </p15:clr>
        </p15:guide>
        <p15:guide id="12" pos="7296" userDrawn="1">
          <p15:clr>
            <a:srgbClr val="F26B43"/>
          </p15:clr>
        </p15:guide>
        <p15:guide id="13" orient="horz" pos="323" userDrawn="1">
          <p15:clr>
            <a:srgbClr val="F26B43"/>
          </p15:clr>
        </p15:guide>
        <p15:guide id="14" orient="horz" pos="38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96A9E54-1F07-3914-AE1F-A7DEDE6D4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4" y="2150153"/>
            <a:ext cx="5483224" cy="2557693"/>
          </a:xfrm>
          <a:noFill/>
          <a:ln>
            <a:solidFill>
              <a:schemeClr val="accent1"/>
            </a:solidFill>
          </a:ln>
        </p:spPr>
        <p:txBody>
          <a:bodyPr anchor="b">
            <a:normAutofit/>
          </a:bodyPr>
          <a:lstStyle/>
          <a:p>
            <a:pPr algn="just"/>
            <a:r>
              <a:rPr lang="es-ES" sz="1800" dirty="0"/>
              <a:t>Delimitación filogenética de algunas especies del género </a:t>
            </a:r>
            <a:r>
              <a:rPr lang="es-ES" sz="1800" i="1" dirty="0" err="1"/>
              <a:t>Pinguicula</a:t>
            </a:r>
            <a:r>
              <a:rPr lang="es-ES" sz="1800" i="1" dirty="0"/>
              <a:t> </a:t>
            </a:r>
            <a:r>
              <a:rPr lang="es-ES" sz="1800" dirty="0"/>
              <a:t>L., (Lentibulariaceae </a:t>
            </a:r>
            <a:r>
              <a:rPr lang="es-ES" sz="1800" dirty="0" err="1"/>
              <a:t>Rich</a:t>
            </a:r>
            <a:r>
              <a:rPr lang="es-ES" sz="1800" dirty="0"/>
              <a:t>.,) mediante un enfoque integrativo y el diseño de estrategias biotecnológicas para su conservación y aprovechamiento sostenible.</a:t>
            </a:r>
            <a:br>
              <a:rPr lang="es-MX" sz="3100" dirty="0"/>
            </a:br>
            <a:endParaRPr lang="en-US" sz="31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07C3AC6-4B0D-8727-1651-3710AA8A7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7835" y="4873471"/>
            <a:ext cx="3939559" cy="566930"/>
          </a:xfrm>
        </p:spPr>
        <p:txBody>
          <a:bodyPr>
            <a:normAutofit/>
          </a:bodyPr>
          <a:lstStyle/>
          <a:p>
            <a:r>
              <a:rPr lang="en-US" dirty="0"/>
              <a:t>Mercedes del Carmen Pérez Arriaga.</a:t>
            </a:r>
          </a:p>
        </p:txBody>
      </p:sp>
      <p:pic>
        <p:nvPicPr>
          <p:cNvPr id="11" name="Marcador de posición de imagen 10" descr="Flor de color morado&#10;&#10;El contenido generado por IA puede ser incorrecto.">
            <a:extLst>
              <a:ext uri="{FF2B5EF4-FFF2-40B4-BE49-F238E27FC236}">
                <a16:creationId xmlns:a16="http://schemas.microsoft.com/office/drawing/2014/main" id="{4A098C3E-4C30-6F65-30BD-5809F03C8CE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38" t="5488" r="-8447" b="1918"/>
          <a:stretch>
            <a:fillRect/>
          </a:stretch>
        </p:blipFill>
        <p:spPr>
          <a:xfrm>
            <a:off x="7620000" y="677862"/>
            <a:ext cx="5235191" cy="5722938"/>
          </a:xfrm>
          <a:prstGeom prst="roundRect">
            <a:avLst>
              <a:gd name="adj" fmla="val 15276"/>
            </a:avLst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65E37D-4506-4706-1772-D385FC351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02" y="1209369"/>
            <a:ext cx="5678183" cy="1469206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algn="just"/>
            <a:r>
              <a:rPr lang="es-ES" dirty="0"/>
              <a:t>Integrar herramientas genómicas y morfológicas para validar la identidad de </a:t>
            </a:r>
            <a:r>
              <a:rPr lang="es-ES" i="1" dirty="0" err="1"/>
              <a:t>Pinguicula</a:t>
            </a:r>
            <a:r>
              <a:rPr lang="es-ES" i="1" dirty="0"/>
              <a:t> </a:t>
            </a:r>
            <a:r>
              <a:rPr lang="es-ES" i="1" dirty="0" err="1"/>
              <a:t>rectifolia</a:t>
            </a:r>
            <a:r>
              <a:rPr lang="es-ES" i="1" dirty="0"/>
              <a:t>, P. </a:t>
            </a:r>
            <a:r>
              <a:rPr lang="es-ES" i="1" dirty="0" err="1"/>
              <a:t>moranensis</a:t>
            </a:r>
            <a:r>
              <a:rPr lang="es-ES" dirty="0"/>
              <a:t> y una especie afín, mediante el diseño de nuevos marcadores moleculares a partir de genes ortólogos de copia única y el </a:t>
            </a:r>
            <a:r>
              <a:rPr lang="es-ES" dirty="0">
                <a:highlight>
                  <a:srgbClr val="808000"/>
                </a:highlight>
              </a:rPr>
              <a:t>establecimiento de protocolos de propagación </a:t>
            </a:r>
            <a:r>
              <a:rPr lang="es-ES" i="1" dirty="0">
                <a:highlight>
                  <a:srgbClr val="808000"/>
                </a:highlight>
              </a:rPr>
              <a:t>in vitro</a:t>
            </a:r>
            <a:r>
              <a:rPr lang="es-ES" dirty="0">
                <a:highlight>
                  <a:srgbClr val="808000"/>
                </a:highlight>
              </a:rPr>
              <a:t> orientados a su manejo y conservación.</a:t>
            </a:r>
            <a:endParaRPr lang="en-US" dirty="0">
              <a:highlight>
                <a:srgbClr val="808000"/>
              </a:highlight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889747-5609-79A3-8F0B-3EB3FE11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461" y="226142"/>
            <a:ext cx="3113649" cy="636650"/>
          </a:xfrm>
        </p:spPr>
        <p:txBody>
          <a:bodyPr/>
          <a:lstStyle/>
          <a:p>
            <a:r>
              <a:rPr lang="en-US" dirty="0"/>
              <a:t>OBJETIVO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732F891-4165-782C-C2DA-8A71DFF87358}"/>
              </a:ext>
            </a:extLst>
          </p:cNvPr>
          <p:cNvSpPr txBox="1"/>
          <p:nvPr/>
        </p:nvSpPr>
        <p:spPr>
          <a:xfrm>
            <a:off x="6749154" y="93252"/>
            <a:ext cx="477107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lang="es-ES" b="1" dirty="0">
                <a:solidFill>
                  <a:srgbClr val="000000"/>
                </a:solidFill>
                <a:latin typeface="Aptos" panose="020B0004020202020204" pitchFamily="34" charset="0"/>
              </a:rPr>
              <a:t>Objetivos específicos:</a:t>
            </a:r>
          </a:p>
          <a:p>
            <a:pPr algn="just"/>
            <a:r>
              <a:rPr lang="es-ES" sz="1400" dirty="0"/>
              <a:t>1.    Diseñar marcadores moleculares universales mediante la exploración bioinformática de genomas disponibles en la familia Lentibulariaceae, seleccionando genes ortólogos de copia única con alto potencial de resolución filogenética para el género </a:t>
            </a:r>
            <a:r>
              <a:rPr lang="es-ES" sz="1400" i="1" dirty="0" err="1"/>
              <a:t>Pinguicula</a:t>
            </a:r>
            <a:r>
              <a:rPr lang="es-ES" sz="1400" dirty="0"/>
              <a:t>.</a:t>
            </a:r>
          </a:p>
          <a:p>
            <a:pPr algn="just"/>
            <a:r>
              <a:rPr lang="es-ES" sz="1400" dirty="0"/>
              <a:t>2.    Realizar un análisis morfométrico comparativo de las estructuras vegetativas y reproductivas de </a:t>
            </a:r>
            <a:r>
              <a:rPr lang="es-ES" sz="1400" i="1" dirty="0"/>
              <a:t>P. </a:t>
            </a:r>
            <a:r>
              <a:rPr lang="es-ES" sz="1400" i="1" dirty="0" err="1"/>
              <a:t>rectifolia</a:t>
            </a:r>
            <a:r>
              <a:rPr lang="es-ES" sz="1400" i="1" dirty="0"/>
              <a:t>, P. </a:t>
            </a:r>
            <a:r>
              <a:rPr lang="es-ES" sz="1400" i="1" dirty="0" err="1"/>
              <a:t>moranensis</a:t>
            </a:r>
            <a:r>
              <a:rPr lang="es-ES" sz="1400" i="1" dirty="0"/>
              <a:t> </a:t>
            </a:r>
            <a:r>
              <a:rPr lang="es-ES" sz="1400" dirty="0"/>
              <a:t>y el taxón afín, para identificar caracteres diagnósticos robustos.</a:t>
            </a:r>
          </a:p>
          <a:p>
            <a:pPr algn="just"/>
            <a:r>
              <a:rPr lang="es-ES" sz="1400" dirty="0"/>
              <a:t>3.    Determinar la identidad taxonómica y las fronteras interespecíficas de las especies en estudio, mediante un análisis integrativo que contraste la evidencia molecular y morfológica.</a:t>
            </a:r>
          </a:p>
          <a:p>
            <a:pPr algn="just"/>
            <a:r>
              <a:rPr lang="es-ES" sz="1400" b="1" dirty="0">
                <a:highlight>
                  <a:srgbClr val="808000"/>
                </a:highlight>
              </a:rPr>
              <a:t>4.    Establecer protocolos de micropropagación de </a:t>
            </a:r>
            <a:r>
              <a:rPr lang="es-ES" sz="1400" b="1" i="1" dirty="0">
                <a:highlight>
                  <a:srgbClr val="808000"/>
                </a:highlight>
              </a:rPr>
              <a:t>P. </a:t>
            </a:r>
            <a:r>
              <a:rPr lang="es-ES" sz="1400" b="1" i="1" dirty="0" err="1">
                <a:highlight>
                  <a:srgbClr val="808000"/>
                </a:highlight>
              </a:rPr>
              <a:t>rectifolia</a:t>
            </a:r>
            <a:r>
              <a:rPr lang="es-ES" sz="1400" b="1" i="1" dirty="0">
                <a:highlight>
                  <a:srgbClr val="808000"/>
                </a:highlight>
              </a:rPr>
              <a:t>, P. </a:t>
            </a:r>
            <a:r>
              <a:rPr lang="es-ES" sz="1400" b="1" i="1" dirty="0" err="1">
                <a:highlight>
                  <a:srgbClr val="808000"/>
                </a:highlight>
              </a:rPr>
              <a:t>moranensis</a:t>
            </a:r>
            <a:r>
              <a:rPr lang="es-ES" sz="1400" b="1" i="1" dirty="0">
                <a:highlight>
                  <a:srgbClr val="808000"/>
                </a:highlight>
              </a:rPr>
              <a:t> </a:t>
            </a:r>
            <a:r>
              <a:rPr lang="es-ES" sz="1400" b="1" dirty="0">
                <a:highlight>
                  <a:srgbClr val="808000"/>
                </a:highlight>
              </a:rPr>
              <a:t>y el taxón afín a partir de hojas mediante la evaluación de diferentes balances de reguladores de crecimiento vegetal.</a:t>
            </a:r>
          </a:p>
          <a:p>
            <a:pPr algn="just"/>
            <a:r>
              <a:rPr lang="es-ES" sz="1400" dirty="0"/>
              <a:t>5.    Evaluar el éxito de la aclimatación de las plantas producidas in vitro bajo condiciones de invernadero, asegurando un porcentaje de supervivencia adecuado para su  conservación y aprovechamiento.</a:t>
            </a:r>
          </a:p>
        </p:txBody>
      </p:sp>
    </p:spTree>
    <p:extLst>
      <p:ext uri="{BB962C8B-B14F-4D97-AF65-F5344CB8AC3E}">
        <p14:creationId xmlns:p14="http://schemas.microsoft.com/office/powerpoint/2010/main" val="2426159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A7B1FB05-7880-1D18-2744-0943835AAB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757"/>
          <a:stretch>
            <a:fillRect/>
          </a:stretch>
        </p:blipFill>
        <p:spPr>
          <a:xfrm>
            <a:off x="4975218" y="1520372"/>
            <a:ext cx="7112655" cy="4396853"/>
          </a:xfrm>
          <a:prstGeom prst="rect">
            <a:avLst/>
          </a:prstGeom>
          <a:noFill/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F48CEF0-B8EC-2325-D5D8-0E38F63A15D1}"/>
              </a:ext>
            </a:extLst>
          </p:cNvPr>
          <p:cNvSpPr txBox="1"/>
          <p:nvPr/>
        </p:nvSpPr>
        <p:spPr>
          <a:xfrm>
            <a:off x="384178" y="1862818"/>
            <a:ext cx="4944906" cy="3327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 err="1"/>
              <a:t>Preguntas</a:t>
            </a:r>
            <a:r>
              <a:rPr lang="en-US" sz="2000" b="1" dirty="0"/>
              <a:t> de </a:t>
            </a:r>
            <a:r>
              <a:rPr lang="en-US" sz="2000" b="1" dirty="0" err="1"/>
              <a:t>investigación</a:t>
            </a:r>
            <a:r>
              <a:rPr lang="en-US" sz="2000" b="1" dirty="0"/>
              <a:t>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000" dirty="0"/>
              <a:t>¿El </a:t>
            </a:r>
            <a:r>
              <a:rPr lang="en-US" sz="2000" dirty="0" err="1"/>
              <a:t>uso</a:t>
            </a:r>
            <a:r>
              <a:rPr lang="en-US" sz="2000" dirty="0"/>
              <a:t> de </a:t>
            </a:r>
            <a:r>
              <a:rPr lang="en-US" sz="2000" dirty="0" err="1"/>
              <a:t>reguladores</a:t>
            </a:r>
            <a:r>
              <a:rPr lang="en-US" sz="2000" dirty="0"/>
              <a:t> de </a:t>
            </a:r>
            <a:r>
              <a:rPr lang="en-US" sz="2000" dirty="0" err="1"/>
              <a:t>crecimiento</a:t>
            </a:r>
            <a:r>
              <a:rPr lang="en-US" sz="2000" dirty="0"/>
              <a:t> </a:t>
            </a:r>
            <a:r>
              <a:rPr lang="en-US" sz="2000" dirty="0" err="1"/>
              <a:t>potencia</a:t>
            </a:r>
            <a:r>
              <a:rPr lang="en-US" sz="2000" dirty="0"/>
              <a:t> la </a:t>
            </a:r>
            <a:r>
              <a:rPr lang="en-US" sz="2000" dirty="0" err="1"/>
              <a:t>organogénesis</a:t>
            </a:r>
            <a:r>
              <a:rPr lang="en-US" sz="2000" dirty="0"/>
              <a:t>?</a:t>
            </a: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000" dirty="0">
                <a:highlight>
                  <a:srgbClr val="808000"/>
                </a:highlight>
              </a:rPr>
              <a:t>¿Con </a:t>
            </a:r>
            <a:r>
              <a:rPr lang="en-US" sz="2000" dirty="0" err="1">
                <a:highlight>
                  <a:srgbClr val="808000"/>
                </a:highlight>
              </a:rPr>
              <a:t>qué</a:t>
            </a:r>
            <a:r>
              <a:rPr lang="en-US" sz="2000" dirty="0">
                <a:highlight>
                  <a:srgbClr val="808000"/>
                </a:highlight>
              </a:rPr>
              <a:t> </a:t>
            </a:r>
            <a:r>
              <a:rPr lang="en-US" sz="2000" dirty="0" err="1">
                <a:highlight>
                  <a:srgbClr val="808000"/>
                </a:highlight>
              </a:rPr>
              <a:t>citocinina</a:t>
            </a:r>
            <a:r>
              <a:rPr lang="en-US" sz="2000" dirty="0">
                <a:highlight>
                  <a:srgbClr val="808000"/>
                </a:highlight>
              </a:rPr>
              <a:t> se </a:t>
            </a:r>
            <a:r>
              <a:rPr lang="en-US" sz="2000" dirty="0" err="1">
                <a:highlight>
                  <a:srgbClr val="808000"/>
                </a:highlight>
              </a:rPr>
              <a:t>obtendrá</a:t>
            </a:r>
            <a:r>
              <a:rPr lang="en-US" sz="2000" dirty="0">
                <a:highlight>
                  <a:srgbClr val="808000"/>
                </a:highlight>
              </a:rPr>
              <a:t> un mayor </a:t>
            </a:r>
            <a:r>
              <a:rPr lang="en-US" sz="2000" dirty="0" err="1">
                <a:highlight>
                  <a:srgbClr val="808000"/>
                </a:highlight>
              </a:rPr>
              <a:t>índice</a:t>
            </a:r>
            <a:r>
              <a:rPr lang="en-US" sz="2000" dirty="0">
                <a:highlight>
                  <a:srgbClr val="808000"/>
                </a:highlight>
              </a:rPr>
              <a:t> de </a:t>
            </a:r>
            <a:r>
              <a:rPr lang="en-US" sz="2000" dirty="0" err="1">
                <a:highlight>
                  <a:srgbClr val="808000"/>
                </a:highlight>
              </a:rPr>
              <a:t>organogénesis</a:t>
            </a:r>
            <a:r>
              <a:rPr lang="en-US" sz="2000" dirty="0">
                <a:highlight>
                  <a:srgbClr val="808000"/>
                </a:highlight>
              </a:rPr>
              <a:t> y </a:t>
            </a:r>
            <a:r>
              <a:rPr lang="en-US" sz="2000" dirty="0" err="1">
                <a:highlight>
                  <a:srgbClr val="808000"/>
                </a:highlight>
              </a:rPr>
              <a:t>que</a:t>
            </a:r>
            <a:r>
              <a:rPr lang="en-US" sz="2000" dirty="0">
                <a:highlight>
                  <a:srgbClr val="808000"/>
                </a:highlight>
              </a:rPr>
              <a:t> </a:t>
            </a:r>
            <a:r>
              <a:rPr lang="en-US" sz="2000" dirty="0" err="1">
                <a:highlight>
                  <a:srgbClr val="808000"/>
                </a:highlight>
              </a:rPr>
              <a:t>esta</a:t>
            </a:r>
            <a:r>
              <a:rPr lang="en-US" sz="2000" dirty="0">
                <a:highlight>
                  <a:srgbClr val="808000"/>
                </a:highlight>
              </a:rPr>
              <a:t> sea </a:t>
            </a:r>
            <a:r>
              <a:rPr lang="en-US" sz="2000" dirty="0" err="1">
                <a:highlight>
                  <a:srgbClr val="808000"/>
                </a:highlight>
              </a:rPr>
              <a:t>exitosa</a:t>
            </a:r>
            <a:r>
              <a:rPr lang="en-US" sz="2000" dirty="0">
                <a:highlight>
                  <a:srgbClr val="808000"/>
                </a:highlight>
              </a:rPr>
              <a:t> al </a:t>
            </a:r>
            <a:r>
              <a:rPr lang="en-US" sz="2000" dirty="0" err="1">
                <a:highlight>
                  <a:srgbClr val="808000"/>
                </a:highlight>
              </a:rPr>
              <a:t>finalizar</a:t>
            </a:r>
            <a:r>
              <a:rPr lang="en-US" sz="2000" dirty="0">
                <a:highlight>
                  <a:srgbClr val="808000"/>
                </a:highlight>
              </a:rPr>
              <a:t> </a:t>
            </a:r>
            <a:r>
              <a:rPr lang="en-US" sz="2000" dirty="0" err="1">
                <a:highlight>
                  <a:srgbClr val="808000"/>
                </a:highlight>
              </a:rPr>
              <a:t>los</a:t>
            </a:r>
            <a:r>
              <a:rPr lang="en-US" sz="2000" dirty="0">
                <a:highlight>
                  <a:srgbClr val="808000"/>
                </a:highlight>
              </a:rPr>
              <a:t> </a:t>
            </a:r>
            <a:r>
              <a:rPr lang="en-US" sz="2000" dirty="0" err="1">
                <a:highlight>
                  <a:srgbClr val="808000"/>
                </a:highlight>
              </a:rPr>
              <a:t>tratamientos</a:t>
            </a:r>
            <a:r>
              <a:rPr lang="en-US" sz="2000" dirty="0">
                <a:highlight>
                  <a:srgbClr val="808000"/>
                </a:highlight>
              </a:rPr>
              <a:t> </a:t>
            </a:r>
            <a:r>
              <a:rPr lang="en-US" sz="2000" i="1" dirty="0">
                <a:highlight>
                  <a:srgbClr val="808000"/>
                </a:highlight>
              </a:rPr>
              <a:t>in vitro</a:t>
            </a:r>
            <a:r>
              <a:rPr lang="en-US" sz="2000" dirty="0">
                <a:highlight>
                  <a:srgbClr val="808000"/>
                </a:highlight>
              </a:rPr>
              <a:t>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C856309-65A6-1D89-EFE6-5834101A0995}"/>
              </a:ext>
            </a:extLst>
          </p:cNvPr>
          <p:cNvSpPr txBox="1"/>
          <p:nvPr/>
        </p:nvSpPr>
        <p:spPr>
          <a:xfrm>
            <a:off x="6703086" y="450356"/>
            <a:ext cx="5384787" cy="82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0" kern="1200" dirty="0">
                <a:latin typeface="+mj-lt"/>
                <a:ea typeface="+mn-ea"/>
                <a:cs typeface="+mn-cs"/>
              </a:rPr>
              <a:t>4.    </a:t>
            </a:r>
            <a:r>
              <a:rPr lang="en-US" sz="1400" b="0" kern="1200" dirty="0" err="1">
                <a:latin typeface="+mj-lt"/>
                <a:ea typeface="+mn-ea"/>
                <a:cs typeface="+mn-cs"/>
              </a:rPr>
              <a:t>Establecer</a:t>
            </a:r>
            <a:r>
              <a:rPr lang="en-US" sz="1400" b="0" kern="1200" dirty="0">
                <a:latin typeface="+mj-lt"/>
                <a:ea typeface="+mn-ea"/>
                <a:cs typeface="+mn-cs"/>
              </a:rPr>
              <a:t> </a:t>
            </a:r>
            <a:r>
              <a:rPr lang="en-US" sz="1400" b="0" kern="1200" dirty="0" err="1">
                <a:latin typeface="+mj-lt"/>
                <a:ea typeface="+mn-ea"/>
                <a:cs typeface="+mn-cs"/>
              </a:rPr>
              <a:t>protocolos</a:t>
            </a:r>
            <a:r>
              <a:rPr lang="en-US" sz="1400" b="0" kern="1200" dirty="0">
                <a:latin typeface="+mj-lt"/>
                <a:ea typeface="+mn-ea"/>
                <a:cs typeface="+mn-cs"/>
              </a:rPr>
              <a:t> de </a:t>
            </a:r>
            <a:r>
              <a:rPr lang="en-US" sz="1400" b="0" kern="1200" dirty="0" err="1">
                <a:latin typeface="+mj-lt"/>
                <a:ea typeface="+mn-ea"/>
                <a:cs typeface="+mn-cs"/>
              </a:rPr>
              <a:t>micropropagación</a:t>
            </a:r>
            <a:r>
              <a:rPr lang="en-US" sz="1400" b="0" kern="1200" dirty="0">
                <a:latin typeface="+mj-lt"/>
                <a:ea typeface="+mn-ea"/>
                <a:cs typeface="+mn-cs"/>
              </a:rPr>
              <a:t> de </a:t>
            </a:r>
            <a:r>
              <a:rPr lang="en-US" sz="1400" b="0" i="1" kern="1200" dirty="0">
                <a:latin typeface="+mj-lt"/>
                <a:ea typeface="+mn-ea"/>
                <a:cs typeface="+mn-cs"/>
              </a:rPr>
              <a:t>P. </a:t>
            </a:r>
            <a:r>
              <a:rPr lang="en-US" sz="1400" b="0" i="1" kern="1200" dirty="0" err="1">
                <a:latin typeface="+mj-lt"/>
                <a:ea typeface="+mn-ea"/>
                <a:cs typeface="+mn-cs"/>
              </a:rPr>
              <a:t>rectifolia</a:t>
            </a:r>
            <a:r>
              <a:rPr lang="en-US" sz="1400" b="0" i="1" kern="1200" dirty="0">
                <a:latin typeface="+mj-lt"/>
                <a:ea typeface="+mn-ea"/>
                <a:cs typeface="+mn-cs"/>
              </a:rPr>
              <a:t>, P. </a:t>
            </a:r>
            <a:r>
              <a:rPr lang="en-US" sz="1400" b="0" i="1" kern="1200" dirty="0" err="1">
                <a:latin typeface="+mj-lt"/>
                <a:ea typeface="+mn-ea"/>
                <a:cs typeface="+mn-cs"/>
              </a:rPr>
              <a:t>moranensis</a:t>
            </a:r>
            <a:r>
              <a:rPr lang="en-US" sz="1400" b="0" i="1" kern="1200" dirty="0">
                <a:latin typeface="+mj-lt"/>
                <a:ea typeface="+mn-ea"/>
                <a:cs typeface="+mn-cs"/>
              </a:rPr>
              <a:t> </a:t>
            </a:r>
            <a:r>
              <a:rPr lang="en-US" sz="1400" b="0" kern="1200" dirty="0">
                <a:latin typeface="+mj-lt"/>
                <a:ea typeface="+mn-ea"/>
                <a:cs typeface="+mn-cs"/>
              </a:rPr>
              <a:t>y </a:t>
            </a:r>
            <a:r>
              <a:rPr lang="en-US" sz="1400" b="0" kern="1200" dirty="0" err="1">
                <a:latin typeface="+mj-lt"/>
                <a:ea typeface="+mn-ea"/>
                <a:cs typeface="+mn-cs"/>
              </a:rPr>
              <a:t>el</a:t>
            </a:r>
            <a:r>
              <a:rPr lang="en-US" sz="1400" b="0" kern="1200" dirty="0">
                <a:latin typeface="+mj-lt"/>
                <a:ea typeface="+mn-ea"/>
                <a:cs typeface="+mn-cs"/>
              </a:rPr>
              <a:t> </a:t>
            </a:r>
            <a:r>
              <a:rPr lang="en-US" sz="1400" b="0" kern="1200" dirty="0" err="1">
                <a:latin typeface="+mj-lt"/>
                <a:ea typeface="+mn-ea"/>
                <a:cs typeface="+mn-cs"/>
              </a:rPr>
              <a:t>taxón</a:t>
            </a:r>
            <a:r>
              <a:rPr lang="en-US" sz="1400" b="0" kern="1200" dirty="0">
                <a:latin typeface="+mj-lt"/>
                <a:ea typeface="+mn-ea"/>
                <a:cs typeface="+mn-cs"/>
              </a:rPr>
              <a:t> </a:t>
            </a:r>
            <a:r>
              <a:rPr lang="en-US" sz="1400" b="0" kern="1200" dirty="0" err="1">
                <a:latin typeface="+mj-lt"/>
                <a:ea typeface="+mn-ea"/>
                <a:cs typeface="+mn-cs"/>
              </a:rPr>
              <a:t>afín</a:t>
            </a:r>
            <a:r>
              <a:rPr lang="en-US" sz="1400" b="0" kern="1200" dirty="0">
                <a:latin typeface="+mj-lt"/>
                <a:ea typeface="+mn-ea"/>
                <a:cs typeface="+mn-cs"/>
              </a:rPr>
              <a:t> a </a:t>
            </a:r>
            <a:r>
              <a:rPr lang="en-US" sz="1400" b="0" kern="1200" dirty="0" err="1">
                <a:latin typeface="+mj-lt"/>
                <a:ea typeface="+mn-ea"/>
                <a:cs typeface="+mn-cs"/>
              </a:rPr>
              <a:t>partir</a:t>
            </a:r>
            <a:r>
              <a:rPr lang="en-US" sz="1400" b="0" kern="1200" dirty="0">
                <a:latin typeface="+mj-lt"/>
                <a:ea typeface="+mn-ea"/>
                <a:cs typeface="+mn-cs"/>
              </a:rPr>
              <a:t> de hojas </a:t>
            </a:r>
            <a:r>
              <a:rPr lang="en-US" sz="1400" b="0" kern="1200" dirty="0" err="1">
                <a:latin typeface="+mj-lt"/>
                <a:ea typeface="+mn-ea"/>
                <a:cs typeface="+mn-cs"/>
              </a:rPr>
              <a:t>mediante</a:t>
            </a:r>
            <a:r>
              <a:rPr lang="en-US" sz="1400" b="0" kern="1200" dirty="0">
                <a:latin typeface="+mj-lt"/>
                <a:ea typeface="+mn-ea"/>
                <a:cs typeface="+mn-cs"/>
              </a:rPr>
              <a:t> la </a:t>
            </a:r>
            <a:r>
              <a:rPr lang="en-US" sz="1400" b="0" kern="1200" dirty="0" err="1">
                <a:latin typeface="+mj-lt"/>
                <a:ea typeface="+mn-ea"/>
                <a:cs typeface="+mn-cs"/>
              </a:rPr>
              <a:t>evaluación</a:t>
            </a:r>
            <a:r>
              <a:rPr lang="en-US" sz="1400" b="0" kern="1200" dirty="0">
                <a:latin typeface="+mj-lt"/>
                <a:ea typeface="+mn-ea"/>
                <a:cs typeface="+mn-cs"/>
              </a:rPr>
              <a:t> de </a:t>
            </a:r>
            <a:r>
              <a:rPr lang="en-US" sz="1400" b="0" kern="1200" dirty="0" err="1">
                <a:latin typeface="+mj-lt"/>
                <a:ea typeface="+mn-ea"/>
                <a:cs typeface="+mn-cs"/>
              </a:rPr>
              <a:t>diferentes</a:t>
            </a:r>
            <a:r>
              <a:rPr lang="en-US" sz="1400" b="0" kern="1200" dirty="0">
                <a:latin typeface="+mj-lt"/>
                <a:ea typeface="+mn-ea"/>
                <a:cs typeface="+mn-cs"/>
              </a:rPr>
              <a:t> balances de </a:t>
            </a:r>
            <a:r>
              <a:rPr lang="en-US" sz="1400" b="0" kern="1200" dirty="0" err="1">
                <a:latin typeface="+mj-lt"/>
                <a:ea typeface="+mn-ea"/>
                <a:cs typeface="+mn-cs"/>
              </a:rPr>
              <a:t>reguladores</a:t>
            </a:r>
            <a:r>
              <a:rPr lang="en-US" sz="1400" b="0" kern="1200" dirty="0">
                <a:latin typeface="+mj-lt"/>
                <a:ea typeface="+mn-ea"/>
                <a:cs typeface="+mn-cs"/>
              </a:rPr>
              <a:t> de </a:t>
            </a:r>
            <a:r>
              <a:rPr lang="en-US" sz="1400" b="0" kern="1200" dirty="0" err="1">
                <a:latin typeface="+mj-lt"/>
                <a:ea typeface="+mn-ea"/>
                <a:cs typeface="+mn-cs"/>
              </a:rPr>
              <a:t>crecimiento</a:t>
            </a:r>
            <a:r>
              <a:rPr lang="en-US" sz="1400" b="0" kern="1200" dirty="0">
                <a:latin typeface="+mj-lt"/>
                <a:ea typeface="+mn-ea"/>
                <a:cs typeface="+mn-cs"/>
              </a:rPr>
              <a:t> vegetal.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CD9E469-0A6C-FC79-490D-9956E0CAD492}"/>
              </a:ext>
            </a:extLst>
          </p:cNvPr>
          <p:cNvSpPr txBox="1"/>
          <p:nvPr/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i="0" kern="1200" dirty="0">
                <a:latin typeface="+mj-lt"/>
                <a:ea typeface="+mj-ea"/>
                <a:cs typeface="+mj-cs"/>
              </a:rPr>
              <a:t>ANTES:</a:t>
            </a:r>
          </a:p>
        </p:txBody>
      </p:sp>
    </p:spTree>
    <p:extLst>
      <p:ext uri="{BB962C8B-B14F-4D97-AF65-F5344CB8AC3E}">
        <p14:creationId xmlns:p14="http://schemas.microsoft.com/office/powerpoint/2010/main" val="724050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3501A-8DA9-037E-5EE9-32613FA4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44D466DB-AF31-78AC-69A4-FF87DE164E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70" t="11587" r="10970" b="26996"/>
          <a:stretch>
            <a:fillRect/>
          </a:stretch>
        </p:blipFill>
        <p:spPr>
          <a:xfrm>
            <a:off x="4551612" y="1188563"/>
            <a:ext cx="7640388" cy="462642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CD14D51-7592-C001-A21D-9CDEAD4DCA07}"/>
              </a:ext>
            </a:extLst>
          </p:cNvPr>
          <p:cNvSpPr txBox="1"/>
          <p:nvPr/>
        </p:nvSpPr>
        <p:spPr>
          <a:xfrm>
            <a:off x="609604" y="1765222"/>
            <a:ext cx="3712026" cy="228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highlight>
                  <a:srgbClr val="808000"/>
                </a:highlight>
              </a:rPr>
              <a:t>¿Con </a:t>
            </a:r>
            <a:r>
              <a:rPr lang="en-US" sz="2000" dirty="0" err="1">
                <a:highlight>
                  <a:srgbClr val="808000"/>
                </a:highlight>
              </a:rPr>
              <a:t>qué</a:t>
            </a:r>
            <a:r>
              <a:rPr lang="en-US" sz="2000" dirty="0">
                <a:highlight>
                  <a:srgbClr val="808000"/>
                </a:highlight>
              </a:rPr>
              <a:t> </a:t>
            </a:r>
            <a:r>
              <a:rPr lang="en-US" sz="2000" dirty="0" err="1">
                <a:highlight>
                  <a:srgbClr val="808000"/>
                </a:highlight>
              </a:rPr>
              <a:t>citocinina</a:t>
            </a:r>
            <a:r>
              <a:rPr lang="en-US" sz="2000" dirty="0">
                <a:highlight>
                  <a:srgbClr val="808000"/>
                </a:highlight>
              </a:rPr>
              <a:t> se </a:t>
            </a:r>
            <a:r>
              <a:rPr lang="en-US" sz="2000" dirty="0" err="1">
                <a:highlight>
                  <a:srgbClr val="808000"/>
                </a:highlight>
              </a:rPr>
              <a:t>obtendrá</a:t>
            </a:r>
            <a:r>
              <a:rPr lang="en-US" sz="2000" dirty="0">
                <a:highlight>
                  <a:srgbClr val="808000"/>
                </a:highlight>
              </a:rPr>
              <a:t> un mayor </a:t>
            </a:r>
            <a:r>
              <a:rPr lang="en-US" sz="2000" dirty="0" err="1">
                <a:highlight>
                  <a:srgbClr val="808000"/>
                </a:highlight>
              </a:rPr>
              <a:t>índice</a:t>
            </a:r>
            <a:r>
              <a:rPr lang="en-US" sz="2000" dirty="0">
                <a:highlight>
                  <a:srgbClr val="808000"/>
                </a:highlight>
              </a:rPr>
              <a:t> de </a:t>
            </a:r>
            <a:r>
              <a:rPr lang="en-US" sz="2000" dirty="0" err="1">
                <a:highlight>
                  <a:srgbClr val="808000"/>
                </a:highlight>
              </a:rPr>
              <a:t>organogénesis</a:t>
            </a:r>
            <a:r>
              <a:rPr lang="en-US" sz="2000" dirty="0">
                <a:highlight>
                  <a:srgbClr val="808000"/>
                </a:highlight>
              </a:rPr>
              <a:t> y </a:t>
            </a:r>
            <a:r>
              <a:rPr lang="en-US" sz="2000" dirty="0" err="1">
                <a:highlight>
                  <a:srgbClr val="808000"/>
                </a:highlight>
              </a:rPr>
              <a:t>que</a:t>
            </a:r>
            <a:r>
              <a:rPr lang="en-US" sz="2000" dirty="0">
                <a:highlight>
                  <a:srgbClr val="808000"/>
                </a:highlight>
              </a:rPr>
              <a:t> </a:t>
            </a:r>
            <a:r>
              <a:rPr lang="en-US" sz="2000" dirty="0" err="1">
                <a:highlight>
                  <a:srgbClr val="808000"/>
                </a:highlight>
              </a:rPr>
              <a:t>esta</a:t>
            </a:r>
            <a:r>
              <a:rPr lang="en-US" sz="2000" dirty="0">
                <a:highlight>
                  <a:srgbClr val="808000"/>
                </a:highlight>
              </a:rPr>
              <a:t> sea </a:t>
            </a:r>
            <a:r>
              <a:rPr lang="en-US" sz="2000" dirty="0" err="1">
                <a:highlight>
                  <a:srgbClr val="808000"/>
                </a:highlight>
              </a:rPr>
              <a:t>exitosa</a:t>
            </a:r>
            <a:r>
              <a:rPr lang="en-US" sz="2000" dirty="0">
                <a:highlight>
                  <a:srgbClr val="808000"/>
                </a:highlight>
              </a:rPr>
              <a:t> al </a:t>
            </a:r>
            <a:r>
              <a:rPr lang="en-US" sz="2000" dirty="0" err="1">
                <a:highlight>
                  <a:srgbClr val="808000"/>
                </a:highlight>
              </a:rPr>
              <a:t>finalizar</a:t>
            </a:r>
            <a:r>
              <a:rPr lang="en-US" sz="2000" dirty="0">
                <a:highlight>
                  <a:srgbClr val="808000"/>
                </a:highlight>
              </a:rPr>
              <a:t> </a:t>
            </a:r>
            <a:r>
              <a:rPr lang="en-US" sz="2000" dirty="0" err="1">
                <a:highlight>
                  <a:srgbClr val="808000"/>
                </a:highlight>
              </a:rPr>
              <a:t>los</a:t>
            </a:r>
            <a:r>
              <a:rPr lang="en-US" sz="2000" dirty="0">
                <a:highlight>
                  <a:srgbClr val="808000"/>
                </a:highlight>
              </a:rPr>
              <a:t> </a:t>
            </a:r>
            <a:r>
              <a:rPr lang="en-US" sz="2000" dirty="0" err="1">
                <a:highlight>
                  <a:srgbClr val="808000"/>
                </a:highlight>
              </a:rPr>
              <a:t>tratamientos</a:t>
            </a:r>
            <a:r>
              <a:rPr lang="en-US" sz="2000" dirty="0">
                <a:highlight>
                  <a:srgbClr val="808000"/>
                </a:highlight>
              </a:rPr>
              <a:t> </a:t>
            </a:r>
            <a:r>
              <a:rPr lang="en-US" sz="2000" i="1" dirty="0">
                <a:highlight>
                  <a:srgbClr val="808000"/>
                </a:highlight>
              </a:rPr>
              <a:t>in vitro</a:t>
            </a:r>
            <a:r>
              <a:rPr lang="en-US" sz="2000" dirty="0">
                <a:highlight>
                  <a:srgbClr val="808000"/>
                </a:highlight>
              </a:rPr>
              <a:t>?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00E0593-E75E-B19D-8127-D77835A68AED}"/>
              </a:ext>
            </a:extLst>
          </p:cNvPr>
          <p:cNvSpPr txBox="1"/>
          <p:nvPr/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i="0" kern="1200" dirty="0">
                <a:latin typeface="+mj-lt"/>
                <a:ea typeface="+mj-ea"/>
                <a:cs typeface="+mj-cs"/>
              </a:rPr>
              <a:t>AHORA: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DFEABF3-AB7C-360B-3AE7-A4AA76719D70}"/>
              </a:ext>
            </a:extLst>
          </p:cNvPr>
          <p:cNvSpPr txBox="1"/>
          <p:nvPr/>
        </p:nvSpPr>
        <p:spPr>
          <a:xfrm>
            <a:off x="1042219" y="4227871"/>
            <a:ext cx="23887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Modelo:</a:t>
            </a:r>
          </a:p>
          <a:p>
            <a:r>
              <a:rPr lang="es-MX" b="1" dirty="0"/>
              <a:t>Y= </a:t>
            </a:r>
            <a:r>
              <a:rPr lang="el-GR" b="1" dirty="0"/>
              <a:t>μ</a:t>
            </a:r>
            <a:r>
              <a:rPr lang="es-MX" b="1" dirty="0"/>
              <a:t> + Tratamientos+</a:t>
            </a:r>
            <a:r>
              <a:rPr lang="el-GR" sz="2400" b="1" dirty="0"/>
              <a:t>ε</a:t>
            </a:r>
            <a:r>
              <a:rPr lang="es-MX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216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1BEDB443-450E-3815-20B5-18417F8E1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977" y="4628734"/>
            <a:ext cx="8745170" cy="1773113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84BC6CE1-D2AE-932C-0A4D-916B72660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977" y="1788327"/>
            <a:ext cx="8745170" cy="157184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74C93CC-9BA4-7C25-B810-3E84241BDC0C}"/>
              </a:ext>
            </a:extLst>
          </p:cNvPr>
          <p:cNvSpPr txBox="1"/>
          <p:nvPr/>
        </p:nvSpPr>
        <p:spPr>
          <a:xfrm>
            <a:off x="1577977" y="1250580"/>
            <a:ext cx="1489688" cy="662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i="0" kern="1200" dirty="0">
                <a:latin typeface="+mj-lt"/>
                <a:ea typeface="+mj-ea"/>
                <a:cs typeface="+mj-cs"/>
              </a:rPr>
              <a:t>ANTES: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C91111-B27D-1CCD-6BC5-C818A1475CFE}"/>
              </a:ext>
            </a:extLst>
          </p:cNvPr>
          <p:cNvSpPr txBox="1"/>
          <p:nvPr/>
        </p:nvSpPr>
        <p:spPr>
          <a:xfrm>
            <a:off x="1577977" y="3681609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i="0" kern="1200" dirty="0">
                <a:latin typeface="+mj-lt"/>
                <a:ea typeface="+mj-ea"/>
                <a:cs typeface="+mj-cs"/>
              </a:rPr>
              <a:t>AHORA: </a:t>
            </a:r>
            <a:r>
              <a:rPr lang="en-US" sz="3200" b="1" i="0" kern="1200" dirty="0" err="1">
                <a:latin typeface="+mj-lt"/>
                <a:ea typeface="+mj-ea"/>
                <a:cs typeface="+mj-cs"/>
              </a:rPr>
              <a:t>Evitando</a:t>
            </a:r>
            <a:r>
              <a:rPr lang="en-US" sz="3200" b="1" i="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3200" b="1" i="0" kern="1200" dirty="0" err="1">
                <a:latin typeface="+mj-lt"/>
                <a:ea typeface="+mj-ea"/>
                <a:cs typeface="+mj-cs"/>
              </a:rPr>
              <a:t>el</a:t>
            </a:r>
            <a:r>
              <a:rPr lang="en-US" sz="3200" b="1" i="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3200" b="1" i="0" kern="1200" dirty="0" err="1">
                <a:latin typeface="+mj-lt"/>
                <a:ea typeface="+mj-ea"/>
                <a:cs typeface="+mj-cs"/>
              </a:rPr>
              <a:t>efecto</a:t>
            </a:r>
            <a:r>
              <a:rPr lang="en-US" sz="3200" b="1" i="0" kern="1200" dirty="0">
                <a:latin typeface="+mj-lt"/>
                <a:ea typeface="+mj-ea"/>
                <a:cs typeface="+mj-cs"/>
              </a:rPr>
              <a:t> de </a:t>
            </a:r>
            <a:r>
              <a:rPr lang="en-US" sz="3200" b="1" i="0" kern="1200" dirty="0" err="1">
                <a:latin typeface="+mj-lt"/>
                <a:ea typeface="+mj-ea"/>
                <a:cs typeface="+mj-cs"/>
              </a:rPr>
              <a:t>borde</a:t>
            </a:r>
            <a:endParaRPr lang="en-US" sz="3200" b="1" i="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6F59865-B333-51A2-7B2C-9ABE5D4C5B26}"/>
              </a:ext>
            </a:extLst>
          </p:cNvPr>
          <p:cNvSpPr txBox="1"/>
          <p:nvPr/>
        </p:nvSpPr>
        <p:spPr>
          <a:xfrm>
            <a:off x="707923" y="253798"/>
            <a:ext cx="10924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/>
              <a:t>DISPOSICIÓN EN ESTANTE DE LUZ LED: El efecto de la luz (aleatorización)</a:t>
            </a:r>
          </a:p>
        </p:txBody>
      </p:sp>
    </p:spTree>
    <p:extLst>
      <p:ext uri="{BB962C8B-B14F-4D97-AF65-F5344CB8AC3E}">
        <p14:creationId xmlns:p14="http://schemas.microsoft.com/office/powerpoint/2010/main" val="3489830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21">
      <a:majorFont>
        <a:latin typeface="Rubik"/>
        <a:ea typeface=""/>
        <a:cs typeface=""/>
      </a:majorFont>
      <a:minorFont>
        <a:latin typeface="Rubik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</TotalTime>
  <Words>387</Words>
  <Application>Microsoft Office PowerPoint</Application>
  <PresentationFormat>Panorámica</PresentationFormat>
  <Paragraphs>25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Aptos</vt:lpstr>
      <vt:lpstr>Arial</vt:lpstr>
      <vt:lpstr>Bricolage Grotesque 14pt</vt:lpstr>
      <vt:lpstr>Calibri</vt:lpstr>
      <vt:lpstr>Futura LT Book</vt:lpstr>
      <vt:lpstr>Rubik</vt:lpstr>
      <vt:lpstr>Rubik Medium</vt:lpstr>
      <vt:lpstr>Office Theme</vt:lpstr>
      <vt:lpstr>Delimitación filogenética de algunas especies del género Pinguicula L., (Lentibulariaceae Rich.,) mediante un enfoque integrativo y el diseño de estrategias biotecnológicas para su conservación y aprovechamiento sostenible. </vt:lpstr>
      <vt:lpstr>OBJETIVO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Yasin Arafat</dc:creator>
  <cp:lastModifiedBy>mon ♡</cp:lastModifiedBy>
  <cp:revision>240</cp:revision>
  <dcterms:created xsi:type="dcterms:W3CDTF">2024-05-23T06:52:39Z</dcterms:created>
  <dcterms:modified xsi:type="dcterms:W3CDTF">2026-02-06T16:01:54Z</dcterms:modified>
</cp:coreProperties>
</file>