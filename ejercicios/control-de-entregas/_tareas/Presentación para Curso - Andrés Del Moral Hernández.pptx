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2E408-0E0C-46FA-9432-FB4CEFE8D112}" v="19" dt="2026-02-05T22:33:35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5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Del Moral" userId="86fd51004e794c55" providerId="LiveId" clId="{97E7D917-EFBD-47F8-9CA3-84154A539C59}"/>
    <pc:docChg chg="undo custSel modSld">
      <pc:chgData name="Andrés Del Moral" userId="86fd51004e794c55" providerId="LiveId" clId="{97E7D917-EFBD-47F8-9CA3-84154A539C59}" dt="2026-02-05T22:50:58.118" v="158" actId="26606"/>
      <pc:docMkLst>
        <pc:docMk/>
      </pc:docMkLst>
      <pc:sldChg chg="addSp delSp modSp mod setBg addAnim">
        <pc:chgData name="Andrés Del Moral" userId="86fd51004e794c55" providerId="LiveId" clId="{97E7D917-EFBD-47F8-9CA3-84154A539C59}" dt="2026-02-05T22:09:10.332" v="26" actId="27636"/>
        <pc:sldMkLst>
          <pc:docMk/>
          <pc:sldMk cId="2624328863" sldId="256"/>
        </pc:sldMkLst>
        <pc:spChg chg="mod ord">
          <ac:chgData name="Andrés Del Moral" userId="86fd51004e794c55" providerId="LiveId" clId="{97E7D917-EFBD-47F8-9CA3-84154A539C59}" dt="2026-02-05T22:09:10.332" v="26" actId="27636"/>
          <ac:spMkLst>
            <pc:docMk/>
            <pc:sldMk cId="2624328863" sldId="256"/>
            <ac:spMk id="2" creationId="{5E6296CB-F990-5C61-C458-EA42D287C2E0}"/>
          </ac:spMkLst>
        </pc:spChg>
        <pc:spChg chg="mod ord">
          <ac:chgData name="Andrés Del Moral" userId="86fd51004e794c55" providerId="LiveId" clId="{97E7D917-EFBD-47F8-9CA3-84154A539C59}" dt="2026-02-05T22:09:10.326" v="23" actId="26606"/>
          <ac:spMkLst>
            <pc:docMk/>
            <pc:sldMk cId="2624328863" sldId="256"/>
            <ac:spMk id="3" creationId="{09CF145F-C4DE-4F43-8204-8B280B550B13}"/>
          </ac:spMkLst>
        </pc:spChg>
        <pc:spChg chg="add del">
          <ac:chgData name="Andrés Del Moral" userId="86fd51004e794c55" providerId="LiveId" clId="{97E7D917-EFBD-47F8-9CA3-84154A539C59}" dt="2026-02-05T22:08:07.368" v="5" actId="26606"/>
          <ac:spMkLst>
            <pc:docMk/>
            <pc:sldMk cId="2624328863" sldId="256"/>
            <ac:spMk id="1033" creationId="{27BDFED6-6E33-4606-AFE2-886ADB1C018E}"/>
          </ac:spMkLst>
        </pc:spChg>
        <pc:spChg chg="add del">
          <ac:chgData name="Andrés Del Moral" userId="86fd51004e794c55" providerId="LiveId" clId="{97E7D917-EFBD-47F8-9CA3-84154A539C59}" dt="2026-02-05T22:08:07.368" v="5" actId="26606"/>
          <ac:spMkLst>
            <pc:docMk/>
            <pc:sldMk cId="2624328863" sldId="256"/>
            <ac:spMk id="1035" creationId="{890DEF05-784E-4B61-89E4-04C4ECF4E5A0}"/>
          </ac:spMkLst>
        </pc:spChg>
        <pc:spChg chg="add del">
          <ac:chgData name="Andrés Del Moral" userId="86fd51004e794c55" providerId="LiveId" clId="{97E7D917-EFBD-47F8-9CA3-84154A539C59}" dt="2026-02-05T22:08:11.532" v="7" actId="26606"/>
          <ac:spMkLst>
            <pc:docMk/>
            <pc:sldMk cId="2624328863" sldId="256"/>
            <ac:spMk id="1039" creationId="{A8CCCB6D-5162-4AAE-A5E3-3AC55410DBCE}"/>
          </ac:spMkLst>
        </pc:spChg>
        <pc:spChg chg="add del">
          <ac:chgData name="Andrés Del Moral" userId="86fd51004e794c55" providerId="LiveId" clId="{97E7D917-EFBD-47F8-9CA3-84154A539C59}" dt="2026-02-05T22:08:11.532" v="7" actId="26606"/>
          <ac:spMkLst>
            <pc:docMk/>
            <pc:sldMk cId="2624328863" sldId="256"/>
            <ac:spMk id="1040" creationId="{0BCD8C04-CC7B-40EF-82EB-E9821F79BB86}"/>
          </ac:spMkLst>
        </pc:spChg>
        <pc:spChg chg="add del">
          <ac:chgData name="Andrés Del Moral" userId="86fd51004e794c55" providerId="LiveId" clId="{97E7D917-EFBD-47F8-9CA3-84154A539C59}" dt="2026-02-05T22:09:10.326" v="23" actId="26606"/>
          <ac:spMkLst>
            <pc:docMk/>
            <pc:sldMk cId="2624328863" sldId="256"/>
            <ac:spMk id="1042" creationId="{D1520B01-A2E4-41C2-8A8F-7683F250890E}"/>
          </ac:spMkLst>
        </pc:spChg>
        <pc:spChg chg="add del">
          <ac:chgData name="Andrés Del Moral" userId="86fd51004e794c55" providerId="LiveId" clId="{97E7D917-EFBD-47F8-9CA3-84154A539C59}" dt="2026-02-05T22:09:10.301" v="22" actId="26606"/>
          <ac:spMkLst>
            <pc:docMk/>
            <pc:sldMk cId="2624328863" sldId="256"/>
            <ac:spMk id="1057" creationId="{3A930249-8242-4E2B-AF17-C01826488321}"/>
          </ac:spMkLst>
        </pc:spChg>
        <pc:spChg chg="add del">
          <ac:chgData name="Andrés Del Moral" userId="86fd51004e794c55" providerId="LiveId" clId="{97E7D917-EFBD-47F8-9CA3-84154A539C59}" dt="2026-02-05T22:09:10.301" v="22" actId="26606"/>
          <ac:spMkLst>
            <pc:docMk/>
            <pc:sldMk cId="2624328863" sldId="256"/>
            <ac:spMk id="1059" creationId="{A5BDD999-C5E1-4B3E-A710-768673819165}"/>
          </ac:spMkLst>
        </pc:spChg>
        <pc:spChg chg="add">
          <ac:chgData name="Andrés Del Moral" userId="86fd51004e794c55" providerId="LiveId" clId="{97E7D917-EFBD-47F8-9CA3-84154A539C59}" dt="2026-02-05T22:09:10.326" v="23" actId="26606"/>
          <ac:spMkLst>
            <pc:docMk/>
            <pc:sldMk cId="2624328863" sldId="256"/>
            <ac:spMk id="1062" creationId="{D1520B01-A2E4-41C2-8A8F-7683F250890E}"/>
          </ac:spMkLst>
        </pc:spChg>
        <pc:grpChg chg="add del">
          <ac:chgData name="Andrés Del Moral" userId="86fd51004e794c55" providerId="LiveId" clId="{97E7D917-EFBD-47F8-9CA3-84154A539C59}" dt="2026-02-05T22:09:10.326" v="23" actId="26606"/>
          <ac:grpSpMkLst>
            <pc:docMk/>
            <pc:sldMk cId="2624328863" sldId="256"/>
            <ac:grpSpMk id="1043" creationId="{56AA1647-0DA6-4A17-B3E1-95D61BD54714}"/>
          </ac:grpSpMkLst>
        </pc:grpChg>
        <pc:grpChg chg="add del">
          <ac:chgData name="Andrés Del Moral" userId="86fd51004e794c55" providerId="LiveId" clId="{97E7D917-EFBD-47F8-9CA3-84154A539C59}" dt="2026-02-05T22:09:10.326" v="23" actId="26606"/>
          <ac:grpSpMkLst>
            <pc:docMk/>
            <pc:sldMk cId="2624328863" sldId="256"/>
            <ac:grpSpMk id="1046" creationId="{1F634C0A-A487-42AF-8DFD-4DAD62FE92BF}"/>
          </ac:grpSpMkLst>
        </pc:grpChg>
        <pc:grpChg chg="add">
          <ac:chgData name="Andrés Del Moral" userId="86fd51004e794c55" providerId="LiveId" clId="{97E7D917-EFBD-47F8-9CA3-84154A539C59}" dt="2026-02-05T22:08:11.559" v="8" actId="26606"/>
          <ac:grpSpMkLst>
            <pc:docMk/>
            <pc:sldMk cId="2624328863" sldId="256"/>
            <ac:grpSpMk id="1047" creationId="{08D20F07-CD49-4F17-BC00-9429DA80C502}"/>
          </ac:grpSpMkLst>
        </pc:grpChg>
        <pc:grpChg chg="add del">
          <ac:chgData name="Andrés Del Moral" userId="86fd51004e794c55" providerId="LiveId" clId="{97E7D917-EFBD-47F8-9CA3-84154A539C59}" dt="2026-02-05T22:09:10.301" v="22" actId="26606"/>
          <ac:grpSpMkLst>
            <pc:docMk/>
            <pc:sldMk cId="2624328863" sldId="256"/>
            <ac:grpSpMk id="1051" creationId="{066EE5A2-0D35-4D6A-A5C7-1CA91F740684}"/>
          </ac:grpSpMkLst>
        </pc:grpChg>
        <pc:grpChg chg="add">
          <ac:chgData name="Andrés Del Moral" userId="86fd51004e794c55" providerId="LiveId" clId="{97E7D917-EFBD-47F8-9CA3-84154A539C59}" dt="2026-02-05T22:09:10.326" v="23" actId="26606"/>
          <ac:grpSpMkLst>
            <pc:docMk/>
            <pc:sldMk cId="2624328863" sldId="256"/>
            <ac:grpSpMk id="1063" creationId="{066EE5A2-0D35-4D6A-A5C7-1CA91F740684}"/>
          </ac:grpSpMkLst>
        </pc:grpChg>
        <pc:grpChg chg="add">
          <ac:chgData name="Andrés Del Moral" userId="86fd51004e794c55" providerId="LiveId" clId="{97E7D917-EFBD-47F8-9CA3-84154A539C59}" dt="2026-02-05T22:09:10.326" v="23" actId="26606"/>
          <ac:grpSpMkLst>
            <pc:docMk/>
            <pc:sldMk cId="2624328863" sldId="256"/>
            <ac:grpSpMk id="1066" creationId="{1F634C0A-A487-42AF-8DFD-4DAD62FE92BF}"/>
          </ac:grpSpMkLst>
        </pc:grpChg>
        <pc:grpChg chg="add">
          <ac:chgData name="Andrés Del Moral" userId="86fd51004e794c55" providerId="LiveId" clId="{97E7D917-EFBD-47F8-9CA3-84154A539C59}" dt="2026-02-05T22:09:10.326" v="23" actId="26606"/>
          <ac:grpSpMkLst>
            <pc:docMk/>
            <pc:sldMk cId="2624328863" sldId="256"/>
            <ac:grpSpMk id="1067" creationId="{56AA1647-0DA6-4A17-B3E1-95D61BD54714}"/>
          </ac:grpSpMkLst>
        </pc:grpChg>
        <pc:picChg chg="add mod ord">
          <ac:chgData name="Andrés Del Moral" userId="86fd51004e794c55" providerId="LiveId" clId="{97E7D917-EFBD-47F8-9CA3-84154A539C59}" dt="2026-02-05T22:09:10.326" v="23" actId="26606"/>
          <ac:picMkLst>
            <pc:docMk/>
            <pc:sldMk cId="2624328863" sldId="256"/>
            <ac:picMk id="1026" creationId="{9FD5C706-1104-EE3E-4624-74B425C651B4}"/>
          </ac:picMkLst>
        </pc:picChg>
        <pc:picChg chg="add mod ord">
          <ac:chgData name="Andrés Del Moral" userId="86fd51004e794c55" providerId="LiveId" clId="{97E7D917-EFBD-47F8-9CA3-84154A539C59}" dt="2026-02-05T22:09:10.301" v="22" actId="26606"/>
          <ac:picMkLst>
            <pc:docMk/>
            <pc:sldMk cId="2624328863" sldId="256"/>
            <ac:picMk id="1028" creationId="{BC003097-CAD4-824E-29A4-5BC397531803}"/>
          </ac:picMkLst>
        </pc:picChg>
        <pc:cxnChg chg="add del">
          <ac:chgData name="Andrés Del Moral" userId="86fd51004e794c55" providerId="LiveId" clId="{97E7D917-EFBD-47F8-9CA3-84154A539C59}" dt="2026-02-05T22:08:07.368" v="5" actId="26606"/>
          <ac:cxnSpMkLst>
            <pc:docMk/>
            <pc:sldMk cId="2624328863" sldId="256"/>
            <ac:cxnSpMk id="1037" creationId="{C41BAEC7-F7B0-4224-8B18-8F74B7D87F0B}"/>
          </ac:cxnSpMkLst>
        </pc:cxnChg>
      </pc:sldChg>
      <pc:sldChg chg="addSp delSp modSp mod setBg">
        <pc:chgData name="Andrés Del Moral" userId="86fd51004e794c55" providerId="LiveId" clId="{97E7D917-EFBD-47F8-9CA3-84154A539C59}" dt="2026-02-05T22:50:58.118" v="158" actId="26606"/>
        <pc:sldMkLst>
          <pc:docMk/>
          <pc:sldMk cId="2952746101" sldId="257"/>
        </pc:sldMkLst>
        <pc:spChg chg="mod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2" creationId="{59AED6AC-3A76-8CF9-068E-4A984D4ACB39}"/>
          </ac:spMkLst>
        </pc:spChg>
        <pc:spChg chg="mod ord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4" creationId="{C20B79D3-92CE-6E7D-898F-D8BB0C06C8BA}"/>
          </ac:spMkLst>
        </pc:spChg>
        <pc:spChg chg="add del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10" creationId="{2B97F24A-32CE-4C1C-A50D-3016B394DCFB}"/>
          </ac:spMkLst>
        </pc:spChg>
        <pc:spChg chg="add del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12" creationId="{CD8B4F24-440B-49E9-B85D-733523DC064B}"/>
          </ac:spMkLst>
        </pc:spChg>
        <pc:spChg chg="add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17" creationId="{0288C6B4-AFC3-407F-A595-EFFD38D4CCAF}"/>
          </ac:spMkLst>
        </pc:spChg>
        <pc:spChg chg="add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19" creationId="{CF236821-17FE-429B-8D2C-08E13A64EA40}"/>
          </ac:spMkLst>
        </pc:spChg>
        <pc:spChg chg="add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21" creationId="{C0BDBCD2-E081-43AB-9119-C55465E59757}"/>
          </ac:spMkLst>
        </pc:spChg>
        <pc:spChg chg="add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23" creationId="{98E79BE4-34FE-485A-98A5-92CE8F7C4743}"/>
          </ac:spMkLst>
        </pc:spChg>
        <pc:spChg chg="add">
          <ac:chgData name="Andrés Del Moral" userId="86fd51004e794c55" providerId="LiveId" clId="{97E7D917-EFBD-47F8-9CA3-84154A539C59}" dt="2026-02-05T22:50:58.118" v="158" actId="26606"/>
          <ac:spMkLst>
            <pc:docMk/>
            <pc:sldMk cId="2952746101" sldId="257"/>
            <ac:spMk id="25" creationId="{7A5F0580-5EE9-419F-96EE-B6529EF6E7D0}"/>
          </ac:spMkLst>
        </pc:spChg>
        <pc:picChg chg="add mod">
          <ac:chgData name="Andrés Del Moral" userId="86fd51004e794c55" providerId="LiveId" clId="{97E7D917-EFBD-47F8-9CA3-84154A539C59}" dt="2026-02-05T22:11:58.423" v="39" actId="26606"/>
          <ac:picMkLst>
            <pc:docMk/>
            <pc:sldMk cId="2952746101" sldId="257"/>
            <ac:picMk id="3" creationId="{68036664-2510-6E81-F508-61FE15C47EDA}"/>
          </ac:picMkLst>
        </pc:picChg>
        <pc:picChg chg="add mod">
          <ac:chgData name="Andrés Del Moral" userId="86fd51004e794c55" providerId="LiveId" clId="{97E7D917-EFBD-47F8-9CA3-84154A539C59}" dt="2026-02-05T22:50:58.118" v="158" actId="26606"/>
          <ac:picMkLst>
            <pc:docMk/>
            <pc:sldMk cId="2952746101" sldId="257"/>
            <ac:picMk id="5" creationId="{F7D8DB90-9152-CDA3-E250-A767480E1D4F}"/>
          </ac:picMkLst>
        </pc:picChg>
      </pc:sldChg>
      <pc:sldChg chg="addSp modSp mod setBg">
        <pc:chgData name="Andrés Del Moral" userId="86fd51004e794c55" providerId="LiveId" clId="{97E7D917-EFBD-47F8-9CA3-84154A539C59}" dt="2026-02-05T22:15:16.049" v="42" actId="26606"/>
        <pc:sldMkLst>
          <pc:docMk/>
          <pc:sldMk cId="1225129447" sldId="258"/>
        </pc:sldMkLst>
        <pc:spChg chg="mod">
          <ac:chgData name="Andrés Del Moral" userId="86fd51004e794c55" providerId="LiveId" clId="{97E7D917-EFBD-47F8-9CA3-84154A539C59}" dt="2026-02-05T22:15:16.049" v="42" actId="26606"/>
          <ac:spMkLst>
            <pc:docMk/>
            <pc:sldMk cId="1225129447" sldId="258"/>
            <ac:spMk id="2" creationId="{CD5A4343-58D1-B605-8DF3-51F9BA599275}"/>
          </ac:spMkLst>
        </pc:spChg>
        <pc:spChg chg="mod">
          <ac:chgData name="Andrés Del Moral" userId="86fd51004e794c55" providerId="LiveId" clId="{97E7D917-EFBD-47F8-9CA3-84154A539C59}" dt="2026-02-05T22:15:16.049" v="42" actId="26606"/>
          <ac:spMkLst>
            <pc:docMk/>
            <pc:sldMk cId="1225129447" sldId="258"/>
            <ac:spMk id="3" creationId="{D844400D-C8CA-16CF-C010-D0368D63506E}"/>
          </ac:spMkLst>
        </pc:spChg>
        <pc:spChg chg="add">
          <ac:chgData name="Andrés Del Moral" userId="86fd51004e794c55" providerId="LiveId" clId="{97E7D917-EFBD-47F8-9CA3-84154A539C59}" dt="2026-02-05T22:15:16.049" v="42" actId="26606"/>
          <ac:spMkLst>
            <pc:docMk/>
            <pc:sldMk cId="1225129447" sldId="258"/>
            <ac:spMk id="8" creationId="{777A147A-9ED8-46B4-8660-1B3C2AA880B5}"/>
          </ac:spMkLst>
        </pc:spChg>
        <pc:spChg chg="add">
          <ac:chgData name="Andrés Del Moral" userId="86fd51004e794c55" providerId="LiveId" clId="{97E7D917-EFBD-47F8-9CA3-84154A539C59}" dt="2026-02-05T22:15:16.049" v="42" actId="26606"/>
          <ac:spMkLst>
            <pc:docMk/>
            <pc:sldMk cId="1225129447" sldId="258"/>
            <ac:spMk id="10" creationId="{5D6C15A0-C087-4593-8414-2B4EC1CDC3DE}"/>
          </ac:spMkLst>
        </pc:spChg>
      </pc:sldChg>
      <pc:sldChg chg="addSp modSp mod setBg">
        <pc:chgData name="Andrés Del Moral" userId="86fd51004e794c55" providerId="LiveId" clId="{97E7D917-EFBD-47F8-9CA3-84154A539C59}" dt="2026-02-05T22:15:34.407" v="43" actId="26606"/>
        <pc:sldMkLst>
          <pc:docMk/>
          <pc:sldMk cId="4158469356" sldId="259"/>
        </pc:sldMkLst>
        <pc:spChg chg="mo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2" creationId="{5EDD9CA1-DDBE-7DB2-9232-4E9BD8F55E23}"/>
          </ac:spMkLst>
        </pc:spChg>
        <pc:spChg chg="mo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3" creationId="{9E9B85D4-9139-BC62-9298-DCCCA24C50F6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8" creationId="{F837543A-6020-4505-A233-C9DB4BF74011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10" creationId="{35B16301-FB18-48BA-A6DD-C37CAF6F9A18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12" creationId="{C3C0D90E-074A-4F52-9B11-B52BEF4BCBE5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14" creationId="{CABBD4C1-E6F8-46F6-8152-A8A97490BF4D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16" creationId="{83BA5EF5-1FE9-4BF9-83BB-269BCDDF6156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20" creationId="{88853921-7BC9-4BDE-ACAB-133C683C82D6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22" creationId="{09192968-3AE7-4470-A61C-97294BB92731}"/>
          </ac:spMkLst>
        </pc:spChg>
        <pc:spChg chg="add">
          <ac:chgData name="Andrés Del Moral" userId="86fd51004e794c55" providerId="LiveId" clId="{97E7D917-EFBD-47F8-9CA3-84154A539C59}" dt="2026-02-05T22:15:34.407" v="43" actId="26606"/>
          <ac:spMkLst>
            <pc:docMk/>
            <pc:sldMk cId="4158469356" sldId="259"/>
            <ac:spMk id="24" creationId="{3AB72E55-43E4-4356-BFE8-E2102CB0B505}"/>
          </ac:spMkLst>
        </pc:spChg>
      </pc:sldChg>
      <pc:sldChg chg="addSp delSp modSp mod setBg">
        <pc:chgData name="Andrés Del Moral" userId="86fd51004e794c55" providerId="LiveId" clId="{97E7D917-EFBD-47F8-9CA3-84154A539C59}" dt="2026-02-05T22:16:09.007" v="44" actId="26606"/>
        <pc:sldMkLst>
          <pc:docMk/>
          <pc:sldMk cId="4001810574" sldId="260"/>
        </pc:sldMkLst>
        <pc:spChg chg="mod">
          <ac:chgData name="Andrés Del Moral" userId="86fd51004e794c55" providerId="LiveId" clId="{97E7D917-EFBD-47F8-9CA3-84154A539C59}" dt="2026-02-05T22:16:09.007" v="44" actId="26606"/>
          <ac:spMkLst>
            <pc:docMk/>
            <pc:sldMk cId="4001810574" sldId="260"/>
            <ac:spMk id="2" creationId="{8C397B4E-8B58-8371-4A71-D298A81CD307}"/>
          </ac:spMkLst>
        </pc:spChg>
        <pc:spChg chg="del">
          <ac:chgData name="Andrés Del Moral" userId="86fd51004e794c55" providerId="LiveId" clId="{97E7D917-EFBD-47F8-9CA3-84154A539C59}" dt="2026-02-05T22:16:09.007" v="44" actId="26606"/>
          <ac:spMkLst>
            <pc:docMk/>
            <pc:sldMk cId="4001810574" sldId="260"/>
            <ac:spMk id="3" creationId="{67E9DE70-BB9D-BA39-EA41-FCF8E51104D8}"/>
          </ac:spMkLst>
        </pc:spChg>
        <pc:spChg chg="add">
          <ac:chgData name="Andrés Del Moral" userId="86fd51004e794c55" providerId="LiveId" clId="{97E7D917-EFBD-47F8-9CA3-84154A539C59}" dt="2026-02-05T22:16:09.007" v="44" actId="26606"/>
          <ac:spMkLst>
            <pc:docMk/>
            <pc:sldMk cId="4001810574" sldId="260"/>
            <ac:spMk id="9" creationId="{56E9B3E6-E277-4D68-BA48-9CB43FFBD6E2}"/>
          </ac:spMkLst>
        </pc:spChg>
        <pc:spChg chg="add">
          <ac:chgData name="Andrés Del Moral" userId="86fd51004e794c55" providerId="LiveId" clId="{97E7D917-EFBD-47F8-9CA3-84154A539C59}" dt="2026-02-05T22:16:09.007" v="44" actId="26606"/>
          <ac:spMkLst>
            <pc:docMk/>
            <pc:sldMk cId="4001810574" sldId="260"/>
            <ac:spMk id="16" creationId="{D5B0017B-2ECA-49AF-B397-DC140825DF8D}"/>
          </ac:spMkLst>
        </pc:spChg>
        <pc:grpChg chg="add">
          <ac:chgData name="Andrés Del Moral" userId="86fd51004e794c55" providerId="LiveId" clId="{97E7D917-EFBD-47F8-9CA3-84154A539C59}" dt="2026-02-05T22:16:09.007" v="44" actId="26606"/>
          <ac:grpSpMkLst>
            <pc:docMk/>
            <pc:sldMk cId="4001810574" sldId="260"/>
            <ac:grpSpMk id="11" creationId="{AE1C45F0-260A-458C-96ED-C1F6D2151219}"/>
          </ac:grpSpMkLst>
        </pc:grpChg>
        <pc:graphicFrameChg chg="add">
          <ac:chgData name="Andrés Del Moral" userId="86fd51004e794c55" providerId="LiveId" clId="{97E7D917-EFBD-47F8-9CA3-84154A539C59}" dt="2026-02-05T22:16:09.007" v="44" actId="26606"/>
          <ac:graphicFrameMkLst>
            <pc:docMk/>
            <pc:sldMk cId="4001810574" sldId="260"/>
            <ac:graphicFrameMk id="5" creationId="{5041A18A-8204-51D4-D2C6-EBDB73B2C77E}"/>
          </ac:graphicFrameMkLst>
        </pc:graphicFrameChg>
        <pc:cxnChg chg="add">
          <ac:chgData name="Andrés Del Moral" userId="86fd51004e794c55" providerId="LiveId" clId="{97E7D917-EFBD-47F8-9CA3-84154A539C59}" dt="2026-02-05T22:16:09.007" v="44" actId="26606"/>
          <ac:cxnSpMkLst>
            <pc:docMk/>
            <pc:sldMk cId="4001810574" sldId="260"/>
            <ac:cxnSpMk id="18" creationId="{6CF1BAF6-AD41-4082-B212-8A1F9A2E8779}"/>
          </ac:cxnSpMkLst>
        </pc:cxnChg>
      </pc:sldChg>
      <pc:sldChg chg="addSp delSp modSp mod setBg">
        <pc:chgData name="Andrés Del Moral" userId="86fd51004e794c55" providerId="LiveId" clId="{97E7D917-EFBD-47F8-9CA3-84154A539C59}" dt="2026-02-05T22:34:12.553" v="136" actId="26606"/>
        <pc:sldMkLst>
          <pc:docMk/>
          <pc:sldMk cId="2980229741" sldId="261"/>
        </pc:sldMkLst>
        <pc:spChg chg="mod">
          <ac:chgData name="Andrés Del Moral" userId="86fd51004e794c55" providerId="LiveId" clId="{97E7D917-EFBD-47F8-9CA3-84154A539C59}" dt="2026-02-05T22:34:12.553" v="136" actId="26606"/>
          <ac:spMkLst>
            <pc:docMk/>
            <pc:sldMk cId="2980229741" sldId="261"/>
            <ac:spMk id="2" creationId="{ED343F3B-8B7F-C40D-3EDB-03F91A9AC702}"/>
          </ac:spMkLst>
        </pc:spChg>
        <pc:spChg chg="add del mod">
          <ac:chgData name="Andrés Del Moral" userId="86fd51004e794c55" providerId="LiveId" clId="{97E7D917-EFBD-47F8-9CA3-84154A539C59}" dt="2026-02-05T22:34:12.553" v="136" actId="26606"/>
          <ac:spMkLst>
            <pc:docMk/>
            <pc:sldMk cId="2980229741" sldId="261"/>
            <ac:spMk id="3" creationId="{DEA5C4C2-D6B7-9C79-6E7B-94CC9E9181E9}"/>
          </ac:spMkLst>
        </pc:spChg>
        <pc:spChg chg="add del mod">
          <ac:chgData name="Andrés Del Moral" userId="86fd51004e794c55" providerId="LiveId" clId="{97E7D917-EFBD-47F8-9CA3-84154A539C59}" dt="2026-02-05T22:32:54.661" v="110" actId="478"/>
          <ac:spMkLst>
            <pc:docMk/>
            <pc:sldMk cId="2980229741" sldId="261"/>
            <ac:spMk id="5" creationId="{5897B43C-4C14-6402-7429-801E46C2CEEF}"/>
          </ac:spMkLst>
        </pc:spChg>
        <pc:spChg chg="add del">
          <ac:chgData name="Andrés Del Moral" userId="86fd51004e794c55" providerId="LiveId" clId="{97E7D917-EFBD-47F8-9CA3-84154A539C59}" dt="2026-02-05T22:33:54.268" v="131" actId="26606"/>
          <ac:spMkLst>
            <pc:docMk/>
            <pc:sldMk cId="2980229741" sldId="261"/>
            <ac:spMk id="6" creationId="{56E9B3E6-E277-4D68-BA48-9CB43FFBD6E2}"/>
          </ac:spMkLst>
        </pc:spChg>
        <pc:spChg chg="add del mod">
          <ac:chgData name="Andrés Del Moral" userId="86fd51004e794c55" providerId="LiveId" clId="{97E7D917-EFBD-47F8-9CA3-84154A539C59}" dt="2026-02-05T22:32:16.358" v="98" actId="22"/>
          <ac:spMkLst>
            <pc:docMk/>
            <pc:sldMk cId="2980229741" sldId="261"/>
            <ac:spMk id="7" creationId="{349135B6-70DA-B10E-4DE4-9B80B4C1CCF9}"/>
          </ac:spMkLst>
        </pc:spChg>
        <pc:spChg chg="add del mod">
          <ac:chgData name="Andrés Del Moral" userId="86fd51004e794c55" providerId="LiveId" clId="{97E7D917-EFBD-47F8-9CA3-84154A539C59}" dt="2026-02-05T22:32:15.376" v="94" actId="22"/>
          <ac:spMkLst>
            <pc:docMk/>
            <pc:sldMk cId="2980229741" sldId="261"/>
            <ac:spMk id="9" creationId="{4B79C0CC-8A1A-2EB6-CA11-51DCA2B0FF53}"/>
          </ac:spMkLst>
        </pc:spChg>
        <pc:spChg chg="add del mod">
          <ac:chgData name="Andrés Del Moral" userId="86fd51004e794c55" providerId="LiveId" clId="{97E7D917-EFBD-47F8-9CA3-84154A539C59}" dt="2026-02-05T22:32:14.147" v="87" actId="22"/>
          <ac:spMkLst>
            <pc:docMk/>
            <pc:sldMk cId="2980229741" sldId="261"/>
            <ac:spMk id="11" creationId="{DE1C6F1C-61C7-2A01-965F-724EC63CDCE0}"/>
          </ac:spMkLst>
        </pc:spChg>
        <pc:spChg chg="add">
          <ac:chgData name="Andrés Del Moral" userId="86fd51004e794c55" providerId="LiveId" clId="{97E7D917-EFBD-47F8-9CA3-84154A539C59}" dt="2026-02-05T22:34:12.553" v="136" actId="26606"/>
          <ac:spMkLst>
            <pc:docMk/>
            <pc:sldMk cId="2980229741" sldId="261"/>
            <ac:spMk id="12" creationId="{081E4A58-353D-44AE-B2FC-2A74E2E400F7}"/>
          </ac:spMkLst>
        </pc:spChg>
        <pc:spChg chg="add">
          <ac:chgData name="Andrés Del Moral" userId="86fd51004e794c55" providerId="LiveId" clId="{97E7D917-EFBD-47F8-9CA3-84154A539C59}" dt="2026-02-05T22:34:12.553" v="136" actId="26606"/>
          <ac:spMkLst>
            <pc:docMk/>
            <pc:sldMk cId="2980229741" sldId="261"/>
            <ac:spMk id="13" creationId="{907EF6B7-1338-4443-8C46-6A318D952DFD}"/>
          </ac:spMkLst>
        </pc:spChg>
        <pc:spChg chg="add">
          <ac:chgData name="Andrés Del Moral" userId="86fd51004e794c55" providerId="LiveId" clId="{97E7D917-EFBD-47F8-9CA3-84154A539C59}" dt="2026-02-05T22:34:12.553" v="136" actId="26606"/>
          <ac:spMkLst>
            <pc:docMk/>
            <pc:sldMk cId="2980229741" sldId="261"/>
            <ac:spMk id="14" creationId="{DAAE4CDD-124C-4DCF-9584-B6033B545DD5}"/>
          </ac:spMkLst>
        </pc:spChg>
        <pc:spChg chg="add del">
          <ac:chgData name="Andrés Del Moral" userId="86fd51004e794c55" providerId="LiveId" clId="{97E7D917-EFBD-47F8-9CA3-84154A539C59}" dt="2026-02-05T22:33:54.268" v="131" actId="26606"/>
          <ac:spMkLst>
            <pc:docMk/>
            <pc:sldMk cId="2980229741" sldId="261"/>
            <ac:spMk id="16" creationId="{D5B0017B-2ECA-49AF-B397-DC140825DF8D}"/>
          </ac:spMkLst>
        </pc:spChg>
        <pc:grpChg chg="add del">
          <ac:chgData name="Andrés Del Moral" userId="86fd51004e794c55" providerId="LiveId" clId="{97E7D917-EFBD-47F8-9CA3-84154A539C59}" dt="2026-02-05T22:33:54.268" v="131" actId="26606"/>
          <ac:grpSpMkLst>
            <pc:docMk/>
            <pc:sldMk cId="2980229741" sldId="261"/>
            <ac:grpSpMk id="8" creationId="{AE1C45F0-260A-458C-96ED-C1F6D2151219}"/>
          </ac:grpSpMkLst>
        </pc:grpChg>
        <pc:graphicFrameChg chg="add del">
          <ac:chgData name="Andrés Del Moral" userId="86fd51004e794c55" providerId="LiveId" clId="{97E7D917-EFBD-47F8-9CA3-84154A539C59}" dt="2026-02-05T22:33:54.268" v="131" actId="26606"/>
          <ac:graphicFrameMkLst>
            <pc:docMk/>
            <pc:sldMk cId="2980229741" sldId="261"/>
            <ac:graphicFrameMk id="10" creationId="{296A88E6-5B49-13C9-C5A2-21CDC0ED229E}"/>
          </ac:graphicFrameMkLst>
        </pc:graphicFrameChg>
        <pc:cxnChg chg="add del">
          <ac:chgData name="Andrés Del Moral" userId="86fd51004e794c55" providerId="LiveId" clId="{97E7D917-EFBD-47F8-9CA3-84154A539C59}" dt="2026-02-05T22:33:54.268" v="131" actId="26606"/>
          <ac:cxnSpMkLst>
            <pc:docMk/>
            <pc:sldMk cId="2980229741" sldId="261"/>
            <ac:cxnSpMk id="18" creationId="{6CF1BAF6-AD41-4082-B212-8A1F9A2E8779}"/>
          </ac:cxnSpMkLst>
        </pc:cxnChg>
      </pc:sldChg>
      <pc:sldChg chg="addSp delSp modSp mod setBg">
        <pc:chgData name="Andrés Del Moral" userId="86fd51004e794c55" providerId="LiveId" clId="{97E7D917-EFBD-47F8-9CA3-84154A539C59}" dt="2026-02-05T22:35:40.358" v="139" actId="26606"/>
        <pc:sldMkLst>
          <pc:docMk/>
          <pc:sldMk cId="3799549248" sldId="262"/>
        </pc:sldMkLst>
        <pc:spChg chg="mo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2" creationId="{499ED38C-7D49-3915-1DDE-E05872758DE9}"/>
          </ac:spMkLst>
        </pc:spChg>
        <pc:spChg chg="mo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3" creationId="{5EB98A87-C23A-951C-A773-57C6E3EEA7D9}"/>
          </ac:spMkLst>
        </pc:spChg>
        <pc:spChg chg="add del">
          <ac:chgData name="Andrés Del Moral" userId="86fd51004e794c55" providerId="LiveId" clId="{97E7D917-EFBD-47F8-9CA3-84154A539C59}" dt="2026-02-05T22:35:40.347" v="138" actId="26606"/>
          <ac:spMkLst>
            <pc:docMk/>
            <pc:sldMk cId="3799549248" sldId="262"/>
            <ac:spMk id="8" creationId="{C2554CA6-288E-4202-BC52-2E5A8F0C0AED}"/>
          </ac:spMkLst>
        </pc:spChg>
        <pc:spChg chg="add del">
          <ac:chgData name="Andrés Del Moral" userId="86fd51004e794c55" providerId="LiveId" clId="{97E7D917-EFBD-47F8-9CA3-84154A539C59}" dt="2026-02-05T22:35:40.347" v="138" actId="26606"/>
          <ac:spMkLst>
            <pc:docMk/>
            <pc:sldMk cId="3799549248" sldId="262"/>
            <ac:spMk id="10" creationId="{B10BB131-AC8E-4A8E-A5D1-36260F720C3B}"/>
          </ac:spMkLst>
        </pc:spChg>
        <pc:spChg chg="add del">
          <ac:chgData name="Andrés Del Moral" userId="86fd51004e794c55" providerId="LiveId" clId="{97E7D917-EFBD-47F8-9CA3-84154A539C59}" dt="2026-02-05T22:35:40.347" v="138" actId="26606"/>
          <ac:spMkLst>
            <pc:docMk/>
            <pc:sldMk cId="3799549248" sldId="262"/>
            <ac:spMk id="12" creationId="{5B7778FC-632E-4DCA-A7CB-0D7731CCF970}"/>
          </ac:spMkLst>
        </pc:spChg>
        <pc:spChg chg="add del">
          <ac:chgData name="Andrés Del Moral" userId="86fd51004e794c55" providerId="LiveId" clId="{97E7D917-EFBD-47F8-9CA3-84154A539C59}" dt="2026-02-05T22:35:40.347" v="138" actId="26606"/>
          <ac:spMkLst>
            <pc:docMk/>
            <pc:sldMk cId="3799549248" sldId="262"/>
            <ac:spMk id="14" creationId="{FA23A907-97FB-4A8F-880A-DD77401C4296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16" creationId="{83BA5EF5-1FE9-4BF9-83BB-269BCDDF6156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17" creationId="{F837543A-6020-4505-A233-C9DB4BF74011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19" creationId="{35B16301-FB18-48BA-A6DD-C37CAF6F9A18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20" creationId="{88853921-7BC9-4BDE-ACAB-133C683C82D6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21" creationId="{C3C0D90E-074A-4F52-9B11-B52BEF4BCBE5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22" creationId="{09192968-3AE7-4470-A61C-97294BB92731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23" creationId="{CABBD4C1-E6F8-46F6-8152-A8A97490BF4D}"/>
          </ac:spMkLst>
        </pc:spChg>
        <pc:spChg chg="add">
          <ac:chgData name="Andrés Del Moral" userId="86fd51004e794c55" providerId="LiveId" clId="{97E7D917-EFBD-47F8-9CA3-84154A539C59}" dt="2026-02-05T22:35:40.358" v="139" actId="26606"/>
          <ac:spMkLst>
            <pc:docMk/>
            <pc:sldMk cId="3799549248" sldId="262"/>
            <ac:spMk id="24" creationId="{3AB72E55-43E4-4356-BFE8-E2102CB0B505}"/>
          </ac:spMkLst>
        </pc:spChg>
      </pc:sldChg>
      <pc:sldChg chg="addSp modSp mod setBg">
        <pc:chgData name="Andrés Del Moral" userId="86fd51004e794c55" providerId="LiveId" clId="{97E7D917-EFBD-47F8-9CA3-84154A539C59}" dt="2026-02-05T22:35:57.126" v="141" actId="113"/>
        <pc:sldMkLst>
          <pc:docMk/>
          <pc:sldMk cId="3090394856" sldId="263"/>
        </pc:sldMkLst>
        <pc:spChg chg="mod">
          <ac:chgData name="Andrés Del Moral" userId="86fd51004e794c55" providerId="LiveId" clId="{97E7D917-EFBD-47F8-9CA3-84154A539C59}" dt="2026-02-05T22:35:49.907" v="140" actId="26606"/>
          <ac:spMkLst>
            <pc:docMk/>
            <pc:sldMk cId="3090394856" sldId="263"/>
            <ac:spMk id="2" creationId="{F121E5C5-02FC-373F-B267-F1827CEE3FDB}"/>
          </ac:spMkLst>
        </pc:spChg>
        <pc:spChg chg="mod">
          <ac:chgData name="Andrés Del Moral" userId="86fd51004e794c55" providerId="LiveId" clId="{97E7D917-EFBD-47F8-9CA3-84154A539C59}" dt="2026-02-05T22:35:57.126" v="141" actId="113"/>
          <ac:spMkLst>
            <pc:docMk/>
            <pc:sldMk cId="3090394856" sldId="263"/>
            <ac:spMk id="3" creationId="{1B5D6295-9277-FFB3-E162-358EE918E5B5}"/>
          </ac:spMkLst>
        </pc:spChg>
        <pc:spChg chg="add">
          <ac:chgData name="Andrés Del Moral" userId="86fd51004e794c55" providerId="LiveId" clId="{97E7D917-EFBD-47F8-9CA3-84154A539C59}" dt="2026-02-05T22:35:49.907" v="140" actId="26606"/>
          <ac:spMkLst>
            <pc:docMk/>
            <pc:sldMk cId="3090394856" sldId="263"/>
            <ac:spMk id="8" creationId="{327D73B4-9F5C-4A64-A179-51B9500CB8B5}"/>
          </ac:spMkLst>
        </pc:spChg>
        <pc:spChg chg="add">
          <ac:chgData name="Andrés Del Moral" userId="86fd51004e794c55" providerId="LiveId" clId="{97E7D917-EFBD-47F8-9CA3-84154A539C59}" dt="2026-02-05T22:35:49.907" v="140" actId="26606"/>
          <ac:spMkLst>
            <pc:docMk/>
            <pc:sldMk cId="3090394856" sldId="263"/>
            <ac:spMk id="10" creationId="{C1F06963-6374-4B48-844F-071A9BAAAE02}"/>
          </ac:spMkLst>
        </pc:spChg>
        <pc:spChg chg="add">
          <ac:chgData name="Andrés Del Moral" userId="86fd51004e794c55" providerId="LiveId" clId="{97E7D917-EFBD-47F8-9CA3-84154A539C59}" dt="2026-02-05T22:35:49.907" v="140" actId="26606"/>
          <ac:spMkLst>
            <pc:docMk/>
            <pc:sldMk cId="3090394856" sldId="263"/>
            <ac:spMk id="12" creationId="{6CB927A4-E432-4310-9CD5-E89FF5063179}"/>
          </ac:spMkLst>
        </pc:spChg>
        <pc:spChg chg="add">
          <ac:chgData name="Andrés Del Moral" userId="86fd51004e794c55" providerId="LiveId" clId="{97E7D917-EFBD-47F8-9CA3-84154A539C59}" dt="2026-02-05T22:35:49.907" v="140" actId="26606"/>
          <ac:spMkLst>
            <pc:docMk/>
            <pc:sldMk cId="3090394856" sldId="263"/>
            <ac:spMk id="14" creationId="{1453BF6C-B012-48B7-B4E8-6D7AC7C27D02}"/>
          </ac:spMkLst>
        </pc:spChg>
        <pc:spChg chg="add">
          <ac:chgData name="Andrés Del Moral" userId="86fd51004e794c55" providerId="LiveId" clId="{97E7D917-EFBD-47F8-9CA3-84154A539C59}" dt="2026-02-05T22:35:49.907" v="140" actId="26606"/>
          <ac:spMkLst>
            <pc:docMk/>
            <pc:sldMk cId="3090394856" sldId="263"/>
            <ac:spMk id="16" creationId="{E3020543-B24B-4EC4-8FFC-8DD88EEA91A8}"/>
          </ac:spMkLst>
        </pc:spChg>
        <pc:cxnChg chg="add">
          <ac:chgData name="Andrés Del Moral" userId="86fd51004e794c55" providerId="LiveId" clId="{97E7D917-EFBD-47F8-9CA3-84154A539C59}" dt="2026-02-05T22:35:49.907" v="140" actId="26606"/>
          <ac:cxnSpMkLst>
            <pc:docMk/>
            <pc:sldMk cId="3090394856" sldId="263"/>
            <ac:cxnSpMk id="18" creationId="{C49DA8F6-BCC1-4447-B54C-57856834B94B}"/>
          </ac:cxnSpMkLst>
        </pc:cxnChg>
      </pc:sldChg>
      <pc:sldChg chg="addSp delSp modSp mod setBg">
        <pc:chgData name="Andrés Del Moral" userId="86fd51004e794c55" providerId="LiveId" clId="{97E7D917-EFBD-47F8-9CA3-84154A539C59}" dt="2026-02-05T22:36:22.041" v="144" actId="26606"/>
        <pc:sldMkLst>
          <pc:docMk/>
          <pc:sldMk cId="883711973" sldId="264"/>
        </pc:sldMkLst>
        <pc:spChg chg="mo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2" creationId="{0CBAB1AD-1F17-4CD9-4EDD-010C74FBBFAB}"/>
          </ac:spMkLst>
        </pc:spChg>
        <pc:spChg chg="add del mo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3" creationId="{CBE7C469-C7F5-B9F1-4164-B8E1695785B8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6" creationId="{C3C0D90E-074A-4F52-9B11-B52BEF4BCBE5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7" creationId="{CABBD4C1-E6F8-46F6-8152-A8A97490BF4D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8" creationId="{F837543A-6020-4505-A233-C9DB4BF74011}"/>
          </ac:spMkLst>
        </pc:spChg>
        <pc:spChg chg="add del">
          <ac:chgData name="Andrés Del Moral" userId="86fd51004e794c55" providerId="LiveId" clId="{97E7D917-EFBD-47F8-9CA3-84154A539C59}" dt="2026-02-05T22:36:19.949" v="143" actId="26606"/>
          <ac:spMkLst>
            <pc:docMk/>
            <pc:sldMk cId="883711973" sldId="264"/>
            <ac:spMk id="9" creationId="{56E9B3E6-E277-4D68-BA48-9CB43FFBD6E2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10" creationId="{35B16301-FB18-48BA-A6DD-C37CAF6F9A18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15" creationId="{83BA5EF5-1FE9-4BF9-83BB-269BCDDF6156}"/>
          </ac:spMkLst>
        </pc:spChg>
        <pc:spChg chg="add del">
          <ac:chgData name="Andrés Del Moral" userId="86fd51004e794c55" providerId="LiveId" clId="{97E7D917-EFBD-47F8-9CA3-84154A539C59}" dt="2026-02-05T22:36:19.949" v="143" actId="26606"/>
          <ac:spMkLst>
            <pc:docMk/>
            <pc:sldMk cId="883711973" sldId="264"/>
            <ac:spMk id="16" creationId="{D5B0017B-2ECA-49AF-B397-DC140825DF8D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20" creationId="{88853921-7BC9-4BDE-ACAB-133C683C82D6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22" creationId="{09192968-3AE7-4470-A61C-97294BB92731}"/>
          </ac:spMkLst>
        </pc:spChg>
        <pc:spChg chg="add">
          <ac:chgData name="Andrés Del Moral" userId="86fd51004e794c55" providerId="LiveId" clId="{97E7D917-EFBD-47F8-9CA3-84154A539C59}" dt="2026-02-05T22:36:22.041" v="144" actId="26606"/>
          <ac:spMkLst>
            <pc:docMk/>
            <pc:sldMk cId="883711973" sldId="264"/>
            <ac:spMk id="24" creationId="{3AB72E55-43E4-4356-BFE8-E2102CB0B505}"/>
          </ac:spMkLst>
        </pc:spChg>
        <pc:grpChg chg="add del">
          <ac:chgData name="Andrés Del Moral" userId="86fd51004e794c55" providerId="LiveId" clId="{97E7D917-EFBD-47F8-9CA3-84154A539C59}" dt="2026-02-05T22:36:19.949" v="143" actId="26606"/>
          <ac:grpSpMkLst>
            <pc:docMk/>
            <pc:sldMk cId="883711973" sldId="264"/>
            <ac:grpSpMk id="11" creationId="{AE1C45F0-260A-458C-96ED-C1F6D2151219}"/>
          </ac:grpSpMkLst>
        </pc:grpChg>
        <pc:graphicFrameChg chg="add del">
          <ac:chgData name="Andrés Del Moral" userId="86fd51004e794c55" providerId="LiveId" clId="{97E7D917-EFBD-47F8-9CA3-84154A539C59}" dt="2026-02-05T22:36:19.949" v="143" actId="26606"/>
          <ac:graphicFrameMkLst>
            <pc:docMk/>
            <pc:sldMk cId="883711973" sldId="264"/>
            <ac:graphicFrameMk id="5" creationId="{B82758A7-D2F8-55D8-FE0A-23801E266B22}"/>
          </ac:graphicFrameMkLst>
        </pc:graphicFrameChg>
        <pc:cxnChg chg="add del">
          <ac:chgData name="Andrés Del Moral" userId="86fd51004e794c55" providerId="LiveId" clId="{97E7D917-EFBD-47F8-9CA3-84154A539C59}" dt="2026-02-05T22:36:19.949" v="143" actId="26606"/>
          <ac:cxnSpMkLst>
            <pc:docMk/>
            <pc:sldMk cId="883711973" sldId="264"/>
            <ac:cxnSpMk id="18" creationId="{6CF1BAF6-AD41-4082-B212-8A1F9A2E8779}"/>
          </ac:cxnSpMkLst>
        </pc:cxnChg>
      </pc:sldChg>
      <pc:sldChg chg="addSp modSp mod setBg">
        <pc:chgData name="Andrés Del Moral" userId="86fd51004e794c55" providerId="LiveId" clId="{97E7D917-EFBD-47F8-9CA3-84154A539C59}" dt="2026-02-05T22:37:58.262" v="145" actId="26606"/>
        <pc:sldMkLst>
          <pc:docMk/>
          <pc:sldMk cId="1700033677" sldId="265"/>
        </pc:sldMkLst>
        <pc:spChg chg="mod">
          <ac:chgData name="Andrés Del Moral" userId="86fd51004e794c55" providerId="LiveId" clId="{97E7D917-EFBD-47F8-9CA3-84154A539C59}" dt="2026-02-05T22:37:58.262" v="145" actId="26606"/>
          <ac:spMkLst>
            <pc:docMk/>
            <pc:sldMk cId="1700033677" sldId="265"/>
            <ac:spMk id="2" creationId="{B866E9AE-B903-7AE1-0FFA-479A3F167CCA}"/>
          </ac:spMkLst>
        </pc:spChg>
        <pc:spChg chg="mod">
          <ac:chgData name="Andrés Del Moral" userId="86fd51004e794c55" providerId="LiveId" clId="{97E7D917-EFBD-47F8-9CA3-84154A539C59}" dt="2026-02-05T22:37:58.262" v="145" actId="26606"/>
          <ac:spMkLst>
            <pc:docMk/>
            <pc:sldMk cId="1700033677" sldId="265"/>
            <ac:spMk id="3" creationId="{71597F13-DFC2-6BE7-E2B6-F2C0BE11CAD6}"/>
          </ac:spMkLst>
        </pc:spChg>
        <pc:spChg chg="add">
          <ac:chgData name="Andrés Del Moral" userId="86fd51004e794c55" providerId="LiveId" clId="{97E7D917-EFBD-47F8-9CA3-84154A539C59}" dt="2026-02-05T22:37:58.262" v="145" actId="26606"/>
          <ac:spMkLst>
            <pc:docMk/>
            <pc:sldMk cId="1700033677" sldId="265"/>
            <ac:spMk id="9" creationId="{C0763A76-9F1C-4FC5-82B7-DD475DA461B2}"/>
          </ac:spMkLst>
        </pc:spChg>
        <pc:spChg chg="add">
          <ac:chgData name="Andrés Del Moral" userId="86fd51004e794c55" providerId="LiveId" clId="{97E7D917-EFBD-47F8-9CA3-84154A539C59}" dt="2026-02-05T22:37:58.262" v="145" actId="26606"/>
          <ac:spMkLst>
            <pc:docMk/>
            <pc:sldMk cId="1700033677" sldId="265"/>
            <ac:spMk id="11" creationId="{E81BF4F6-F2CF-4984-9D14-D6966D92F99F}"/>
          </ac:spMkLst>
        </pc:spChg>
        <pc:picChg chg="add">
          <ac:chgData name="Andrés Del Moral" userId="86fd51004e794c55" providerId="LiveId" clId="{97E7D917-EFBD-47F8-9CA3-84154A539C59}" dt="2026-02-05T22:37:58.262" v="145" actId="26606"/>
          <ac:picMkLst>
            <pc:docMk/>
            <pc:sldMk cId="1700033677" sldId="265"/>
            <ac:picMk id="5" creationId="{85433E48-88C5-167A-895B-A6E199737ABA}"/>
          </ac:picMkLst>
        </pc:picChg>
      </pc:sldChg>
      <pc:sldChg chg="addSp delSp modSp mod setBg">
        <pc:chgData name="Andrés Del Moral" userId="86fd51004e794c55" providerId="LiveId" clId="{97E7D917-EFBD-47F8-9CA3-84154A539C59}" dt="2026-02-05T22:38:21.308" v="148" actId="26606"/>
        <pc:sldMkLst>
          <pc:docMk/>
          <pc:sldMk cId="1091484522" sldId="266"/>
        </pc:sldMkLst>
        <pc:spChg chg="mod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2" creationId="{BF523CFE-EC41-3DD2-0349-A101B575A7BC}"/>
          </ac:spMkLst>
        </pc:spChg>
        <pc:spChg chg="mod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3" creationId="{8CE071A5-22A9-27E7-1E1B-5D65B26E5B90}"/>
          </ac:spMkLst>
        </pc:spChg>
        <pc:spChg chg="add del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9" creationId="{9F7D5CDA-D291-4307-BF55-1381FED29634}"/>
          </ac:spMkLst>
        </pc:spChg>
        <pc:spChg chg="add del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11" creationId="{59B296B9-C5A5-4E4F-9B60-C907B5F1466C}"/>
          </ac:spMkLst>
        </pc:spChg>
        <pc:spChg chg="add del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13" creationId="{D0300FD3-5AF1-6305-15FA-9078072672E2}"/>
          </ac:spMkLst>
        </pc:spChg>
        <pc:spChg chg="add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18" creationId="{4F7EBAE4-9945-4473-9E34-B2C66EA0F03D}"/>
          </ac:spMkLst>
        </pc:spChg>
        <pc:spChg chg="add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20" creationId="{70BEB1E7-2F88-40BC-B73D-42E5B6F80BFC}"/>
          </ac:spMkLst>
        </pc:spChg>
        <pc:spChg chg="add">
          <ac:chgData name="Andrés Del Moral" userId="86fd51004e794c55" providerId="LiveId" clId="{97E7D917-EFBD-47F8-9CA3-84154A539C59}" dt="2026-02-05T22:38:21.308" v="148" actId="26606"/>
          <ac:spMkLst>
            <pc:docMk/>
            <pc:sldMk cId="1091484522" sldId="266"/>
            <ac:spMk id="22" creationId="{A7B99495-F43F-4D80-A44F-2CB4764EB90B}"/>
          </ac:spMkLst>
        </pc:spChg>
        <pc:picChg chg="add mod ord">
          <ac:chgData name="Andrés Del Moral" userId="86fd51004e794c55" providerId="LiveId" clId="{97E7D917-EFBD-47F8-9CA3-84154A539C59}" dt="2026-02-05T22:38:21.308" v="148" actId="26606"/>
          <ac:picMkLst>
            <pc:docMk/>
            <pc:sldMk cId="1091484522" sldId="266"/>
            <ac:picMk id="5" creationId="{264EBF5D-0CD1-EC23-2371-55E0A1E09A1F}"/>
          </ac:picMkLst>
        </pc:picChg>
      </pc:sldChg>
      <pc:sldChg chg="addSp modSp mod setBg">
        <pc:chgData name="Andrés Del Moral" userId="86fd51004e794c55" providerId="LiveId" clId="{97E7D917-EFBD-47F8-9CA3-84154A539C59}" dt="2026-02-05T22:38:38.558" v="152" actId="14100"/>
        <pc:sldMkLst>
          <pc:docMk/>
          <pc:sldMk cId="2109591985" sldId="267"/>
        </pc:sldMkLst>
        <pc:spChg chg="mo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2" creationId="{A7C49915-C6BD-7A99-5D97-367F7471046C}"/>
          </ac:spMkLst>
        </pc:spChg>
        <pc:spChg chg="ad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10" creationId="{2B577FF9-3543-4875-815D-3D87BD8A2002}"/>
          </ac:spMkLst>
        </pc:spChg>
        <pc:spChg chg="ad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12" creationId="{F5569EEC-E12F-4856-B407-02B2813A4AA5}"/>
          </ac:spMkLst>
        </pc:spChg>
        <pc:spChg chg="ad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14" creationId="{CF860788-3A6A-45A3-B3F1-06F159665603}"/>
          </ac:spMkLst>
        </pc:spChg>
        <pc:spChg chg="ad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16" creationId="{DF1E3393-B852-4883-B778-ED3525112942}"/>
          </ac:spMkLst>
        </pc:spChg>
        <pc:spChg chg="ad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18" creationId="{39853D09-4205-4CC7-83EB-288E886AC9E4}"/>
          </ac:spMkLst>
        </pc:spChg>
        <pc:spChg chg="ad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20" creationId="{0D040B79-3E73-4A31-840D-D6B9C9FDFC46}"/>
          </ac:spMkLst>
        </pc:spChg>
        <pc:spChg chg="add">
          <ac:chgData name="Andrés Del Moral" userId="86fd51004e794c55" providerId="LiveId" clId="{97E7D917-EFBD-47F8-9CA3-84154A539C59}" dt="2026-02-05T22:38:27.866" v="149" actId="26606"/>
          <ac:spMkLst>
            <pc:docMk/>
            <pc:sldMk cId="2109591985" sldId="267"/>
            <ac:spMk id="22" creationId="{156C6AE5-3F8B-42AC-9EA4-1B686A11E93F}"/>
          </ac:spMkLst>
        </pc:spChg>
        <pc:graphicFrameChg chg="add mod modGraphic">
          <ac:chgData name="Andrés Del Moral" userId="86fd51004e794c55" providerId="LiveId" clId="{97E7D917-EFBD-47F8-9CA3-84154A539C59}" dt="2026-02-05T22:38:38.558" v="152" actId="14100"/>
          <ac:graphicFrameMkLst>
            <pc:docMk/>
            <pc:sldMk cId="2109591985" sldId="267"/>
            <ac:graphicFrameMk id="5" creationId="{D24B8157-878E-36C2-E298-8819D214407C}"/>
          </ac:graphicFrameMkLst>
        </pc:graphicFrameChg>
      </pc:sldChg>
      <pc:sldChg chg="addSp modSp mod setBg">
        <pc:chgData name="Andrés Del Moral" userId="86fd51004e794c55" providerId="LiveId" clId="{97E7D917-EFBD-47F8-9CA3-84154A539C59}" dt="2026-02-05T22:47:42.638" v="153" actId="26606"/>
        <pc:sldMkLst>
          <pc:docMk/>
          <pc:sldMk cId="3187315593" sldId="268"/>
        </pc:sldMkLst>
        <pc:spChg chg="mod">
          <ac:chgData name="Andrés Del Moral" userId="86fd51004e794c55" providerId="LiveId" clId="{97E7D917-EFBD-47F8-9CA3-84154A539C59}" dt="2026-02-05T22:47:42.638" v="153" actId="26606"/>
          <ac:spMkLst>
            <pc:docMk/>
            <pc:sldMk cId="3187315593" sldId="268"/>
            <ac:spMk id="2" creationId="{F11D42EF-7BC1-AD6E-EE7F-E9E3FA6AF194}"/>
          </ac:spMkLst>
        </pc:spChg>
        <pc:spChg chg="mod">
          <ac:chgData name="Andrés Del Moral" userId="86fd51004e794c55" providerId="LiveId" clId="{97E7D917-EFBD-47F8-9CA3-84154A539C59}" dt="2026-02-05T22:47:42.638" v="153" actId="26606"/>
          <ac:spMkLst>
            <pc:docMk/>
            <pc:sldMk cId="3187315593" sldId="268"/>
            <ac:spMk id="3" creationId="{215D3D99-4A93-2AC0-617C-7640A359DC31}"/>
          </ac:spMkLst>
        </pc:spChg>
        <pc:spChg chg="add">
          <ac:chgData name="Andrés Del Moral" userId="86fd51004e794c55" providerId="LiveId" clId="{97E7D917-EFBD-47F8-9CA3-84154A539C59}" dt="2026-02-05T22:47:42.638" v="153" actId="26606"/>
          <ac:spMkLst>
            <pc:docMk/>
            <pc:sldMk cId="3187315593" sldId="268"/>
            <ac:spMk id="8" creationId="{C2554CA6-288E-4202-BC52-2E5A8F0C0AED}"/>
          </ac:spMkLst>
        </pc:spChg>
        <pc:spChg chg="add">
          <ac:chgData name="Andrés Del Moral" userId="86fd51004e794c55" providerId="LiveId" clId="{97E7D917-EFBD-47F8-9CA3-84154A539C59}" dt="2026-02-05T22:47:42.638" v="153" actId="26606"/>
          <ac:spMkLst>
            <pc:docMk/>
            <pc:sldMk cId="3187315593" sldId="268"/>
            <ac:spMk id="10" creationId="{B10BB131-AC8E-4A8E-A5D1-36260F720C3B}"/>
          </ac:spMkLst>
        </pc:spChg>
        <pc:spChg chg="add">
          <ac:chgData name="Andrés Del Moral" userId="86fd51004e794c55" providerId="LiveId" clId="{97E7D917-EFBD-47F8-9CA3-84154A539C59}" dt="2026-02-05T22:47:42.638" v="153" actId="26606"/>
          <ac:spMkLst>
            <pc:docMk/>
            <pc:sldMk cId="3187315593" sldId="268"/>
            <ac:spMk id="12" creationId="{5B7778FC-632E-4DCA-A7CB-0D7731CCF970}"/>
          </ac:spMkLst>
        </pc:spChg>
        <pc:spChg chg="add">
          <ac:chgData name="Andrés Del Moral" userId="86fd51004e794c55" providerId="LiveId" clId="{97E7D917-EFBD-47F8-9CA3-84154A539C59}" dt="2026-02-05T22:47:42.638" v="153" actId="26606"/>
          <ac:spMkLst>
            <pc:docMk/>
            <pc:sldMk cId="3187315593" sldId="268"/>
            <ac:spMk id="14" creationId="{FA23A907-97FB-4A8F-880A-DD77401C4296}"/>
          </ac:spMkLst>
        </pc:spChg>
      </pc:sldChg>
      <pc:sldChg chg="addSp delSp modSp mod setBg">
        <pc:chgData name="Andrés Del Moral" userId="86fd51004e794c55" providerId="LiveId" clId="{97E7D917-EFBD-47F8-9CA3-84154A539C59}" dt="2026-02-05T22:48:31.122" v="154" actId="26606"/>
        <pc:sldMkLst>
          <pc:docMk/>
          <pc:sldMk cId="401874604" sldId="269"/>
        </pc:sldMkLst>
        <pc:spChg chg="mod">
          <ac:chgData name="Andrés Del Moral" userId="86fd51004e794c55" providerId="LiveId" clId="{97E7D917-EFBD-47F8-9CA3-84154A539C59}" dt="2026-02-05T22:48:31.122" v="154" actId="26606"/>
          <ac:spMkLst>
            <pc:docMk/>
            <pc:sldMk cId="401874604" sldId="269"/>
            <ac:spMk id="2" creationId="{059CA182-882B-AAC7-5C26-ACB6C9ED3E2A}"/>
          </ac:spMkLst>
        </pc:spChg>
        <pc:spChg chg="del">
          <ac:chgData name="Andrés Del Moral" userId="86fd51004e794c55" providerId="LiveId" clId="{97E7D917-EFBD-47F8-9CA3-84154A539C59}" dt="2026-02-05T22:48:31.122" v="154" actId="26606"/>
          <ac:spMkLst>
            <pc:docMk/>
            <pc:sldMk cId="401874604" sldId="269"/>
            <ac:spMk id="4" creationId="{75960D8E-0EA6-500F-A802-8D9BF1964023}"/>
          </ac:spMkLst>
        </pc:spChg>
        <pc:spChg chg="add">
          <ac:chgData name="Andrés Del Moral" userId="86fd51004e794c55" providerId="LiveId" clId="{97E7D917-EFBD-47F8-9CA3-84154A539C59}" dt="2026-02-05T22:48:31.122" v="154" actId="26606"/>
          <ac:spMkLst>
            <pc:docMk/>
            <pc:sldMk cId="401874604" sldId="269"/>
            <ac:spMk id="10" creationId="{AE2B703B-46F9-481A-A605-82E2A828C4FA}"/>
          </ac:spMkLst>
        </pc:spChg>
        <pc:spChg chg="add">
          <ac:chgData name="Andrés Del Moral" userId="86fd51004e794c55" providerId="LiveId" clId="{97E7D917-EFBD-47F8-9CA3-84154A539C59}" dt="2026-02-05T22:48:31.122" v="154" actId="26606"/>
          <ac:spMkLst>
            <pc:docMk/>
            <pc:sldMk cId="401874604" sldId="269"/>
            <ac:spMk id="12" creationId="{F13BE4D7-0C3D-4906-B230-A1C5B4665CCF}"/>
          </ac:spMkLst>
        </pc:spChg>
        <pc:graphicFrameChg chg="add">
          <ac:chgData name="Andrés Del Moral" userId="86fd51004e794c55" providerId="LiveId" clId="{97E7D917-EFBD-47F8-9CA3-84154A539C59}" dt="2026-02-05T22:48:31.122" v="154" actId="26606"/>
          <ac:graphicFrameMkLst>
            <pc:docMk/>
            <pc:sldMk cId="401874604" sldId="269"/>
            <ac:graphicFrameMk id="6" creationId="{706AD5B9-6838-4196-FB3F-0138D300D456}"/>
          </ac:graphicFrameMkLst>
        </pc:graphicFrameChg>
      </pc:sldChg>
      <pc:sldChg chg="addSp delSp modSp mod setBg">
        <pc:chgData name="Andrés Del Moral" userId="86fd51004e794c55" providerId="LiveId" clId="{97E7D917-EFBD-47F8-9CA3-84154A539C59}" dt="2026-02-05T22:49:52.663" v="155" actId="26606"/>
        <pc:sldMkLst>
          <pc:docMk/>
          <pc:sldMk cId="2658662142" sldId="270"/>
        </pc:sldMkLst>
        <pc:spChg chg="mod">
          <ac:chgData name="Andrés Del Moral" userId="86fd51004e794c55" providerId="LiveId" clId="{97E7D917-EFBD-47F8-9CA3-84154A539C59}" dt="2026-02-05T22:49:52.663" v="155" actId="26606"/>
          <ac:spMkLst>
            <pc:docMk/>
            <pc:sldMk cId="2658662142" sldId="270"/>
            <ac:spMk id="2" creationId="{BA6B3CCB-5164-9122-A282-D39730C65932}"/>
          </ac:spMkLst>
        </pc:spChg>
        <pc:spChg chg="del">
          <ac:chgData name="Andrés Del Moral" userId="86fd51004e794c55" providerId="LiveId" clId="{97E7D917-EFBD-47F8-9CA3-84154A539C59}" dt="2026-02-05T22:49:52.663" v="155" actId="26606"/>
          <ac:spMkLst>
            <pc:docMk/>
            <pc:sldMk cId="2658662142" sldId="270"/>
            <ac:spMk id="4" creationId="{50BCA294-2D45-877C-33F3-31C14BACC619}"/>
          </ac:spMkLst>
        </pc:spChg>
        <pc:spChg chg="add">
          <ac:chgData name="Andrés Del Moral" userId="86fd51004e794c55" providerId="LiveId" clId="{97E7D917-EFBD-47F8-9CA3-84154A539C59}" dt="2026-02-05T22:49:52.663" v="155" actId="26606"/>
          <ac:spMkLst>
            <pc:docMk/>
            <pc:sldMk cId="2658662142" sldId="270"/>
            <ac:spMk id="10" creationId="{7517A47C-B2E5-4B79-8061-D74B1311AF6E}"/>
          </ac:spMkLst>
        </pc:spChg>
        <pc:spChg chg="add">
          <ac:chgData name="Andrés Del Moral" userId="86fd51004e794c55" providerId="LiveId" clId="{97E7D917-EFBD-47F8-9CA3-84154A539C59}" dt="2026-02-05T22:49:52.663" v="155" actId="26606"/>
          <ac:spMkLst>
            <pc:docMk/>
            <pc:sldMk cId="2658662142" sldId="270"/>
            <ac:spMk id="12" creationId="{C505E780-2083-4CB5-A42A-5E0E2908ECC3}"/>
          </ac:spMkLst>
        </pc:spChg>
        <pc:spChg chg="add">
          <ac:chgData name="Andrés Del Moral" userId="86fd51004e794c55" providerId="LiveId" clId="{97E7D917-EFBD-47F8-9CA3-84154A539C59}" dt="2026-02-05T22:49:52.663" v="155" actId="26606"/>
          <ac:spMkLst>
            <pc:docMk/>
            <pc:sldMk cId="2658662142" sldId="270"/>
            <ac:spMk id="14" creationId="{D2C0AE1C-0118-41AE-8A10-7CDCBF10E96F}"/>
          </ac:spMkLst>
        </pc:spChg>
        <pc:spChg chg="add">
          <ac:chgData name="Andrés Del Moral" userId="86fd51004e794c55" providerId="LiveId" clId="{97E7D917-EFBD-47F8-9CA3-84154A539C59}" dt="2026-02-05T22:49:52.663" v="155" actId="26606"/>
          <ac:spMkLst>
            <pc:docMk/>
            <pc:sldMk cId="2658662142" sldId="270"/>
            <ac:spMk id="16" creationId="{463EEC44-1BA3-44ED-81FC-A644B04B2A44}"/>
          </ac:spMkLst>
        </pc:spChg>
        <pc:graphicFrameChg chg="add">
          <ac:chgData name="Andrés Del Moral" userId="86fd51004e794c55" providerId="LiveId" clId="{97E7D917-EFBD-47F8-9CA3-84154A539C59}" dt="2026-02-05T22:49:52.663" v="155" actId="26606"/>
          <ac:graphicFrameMkLst>
            <pc:docMk/>
            <pc:sldMk cId="2658662142" sldId="270"/>
            <ac:graphicFrameMk id="6" creationId="{FC39650D-F89E-E8E2-5ED0-05393A0449BF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EBF83F-8179-4D06-A297-D2DE5D5364F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4694189-149E-49F7-A3ED-D5949EFD6509}">
      <dgm:prSet custT="1"/>
      <dgm:spPr/>
      <dgm:t>
        <a:bodyPr/>
        <a:lstStyle/>
        <a:p>
          <a:r>
            <a:rPr lang="es-ES" sz="1800"/>
            <a:t>Enfoque principalmente biológico y experimental.</a:t>
          </a:r>
          <a:endParaRPr lang="en-US" sz="1800"/>
        </a:p>
      </dgm:t>
    </dgm:pt>
    <dgm:pt modelId="{CA69A24D-98AC-4F2D-AA4E-B749AEB18343}" type="parTrans" cxnId="{4DF0C964-2904-459C-BE14-130A109A5DF3}">
      <dgm:prSet/>
      <dgm:spPr/>
      <dgm:t>
        <a:bodyPr/>
        <a:lstStyle/>
        <a:p>
          <a:endParaRPr lang="en-US" sz="2800"/>
        </a:p>
      </dgm:t>
    </dgm:pt>
    <dgm:pt modelId="{3EA40DE7-9394-4131-B0B6-3EAE070EC2AA}" type="sibTrans" cxnId="{4DF0C964-2904-459C-BE14-130A109A5DF3}">
      <dgm:prSet/>
      <dgm:spPr/>
      <dgm:t>
        <a:bodyPr/>
        <a:lstStyle/>
        <a:p>
          <a:endParaRPr lang="en-US" sz="2800"/>
        </a:p>
      </dgm:t>
    </dgm:pt>
    <dgm:pt modelId="{3B58B492-C9D9-4B3D-99A4-E8FE3A58EED1}">
      <dgm:prSet custT="1"/>
      <dgm:spPr/>
      <dgm:t>
        <a:bodyPr/>
        <a:lstStyle/>
        <a:p>
          <a:r>
            <a:rPr lang="es-ES" sz="1800"/>
            <a:t>Relaciones entre variables vistas como asociaciones.</a:t>
          </a:r>
          <a:endParaRPr lang="en-US" sz="1800"/>
        </a:p>
      </dgm:t>
    </dgm:pt>
    <dgm:pt modelId="{EA1EA825-D0FE-443E-BDC4-0ABB850CDA8A}" type="parTrans" cxnId="{0462B369-0C7A-4045-9CD6-32766EC3EDE6}">
      <dgm:prSet/>
      <dgm:spPr/>
      <dgm:t>
        <a:bodyPr/>
        <a:lstStyle/>
        <a:p>
          <a:endParaRPr lang="en-US" sz="2800"/>
        </a:p>
      </dgm:t>
    </dgm:pt>
    <dgm:pt modelId="{7EE20FB9-7E30-43A3-8010-9148802278E3}" type="sibTrans" cxnId="{0462B369-0C7A-4045-9CD6-32766EC3EDE6}">
      <dgm:prSet/>
      <dgm:spPr/>
      <dgm:t>
        <a:bodyPr/>
        <a:lstStyle/>
        <a:p>
          <a:endParaRPr lang="en-US" sz="2800"/>
        </a:p>
      </dgm:t>
    </dgm:pt>
    <dgm:pt modelId="{3FF12D0F-D6FE-48AD-B116-1B131E1EF390}">
      <dgm:prSet custT="1"/>
      <dgm:spPr/>
      <dgm:t>
        <a:bodyPr/>
        <a:lstStyle/>
        <a:p>
          <a:r>
            <a:rPr lang="es-ES" sz="1800"/>
            <a:t>No se consideraban formalmente variables de confusión.</a:t>
          </a:r>
          <a:endParaRPr lang="en-US" sz="1800"/>
        </a:p>
      </dgm:t>
    </dgm:pt>
    <dgm:pt modelId="{880D1E0E-003A-406B-AE08-2D4955F68B38}" type="parTrans" cxnId="{C516331C-DD71-4F42-9F4F-1029421FFF5C}">
      <dgm:prSet/>
      <dgm:spPr/>
      <dgm:t>
        <a:bodyPr/>
        <a:lstStyle/>
        <a:p>
          <a:endParaRPr lang="en-US" sz="2800"/>
        </a:p>
      </dgm:t>
    </dgm:pt>
    <dgm:pt modelId="{FD24A1F3-A827-4BC2-9651-95AC33528DF1}" type="sibTrans" cxnId="{C516331C-DD71-4F42-9F4F-1029421FFF5C}">
      <dgm:prSet/>
      <dgm:spPr/>
      <dgm:t>
        <a:bodyPr/>
        <a:lstStyle/>
        <a:p>
          <a:endParaRPr lang="en-US" sz="2800"/>
        </a:p>
      </dgm:t>
    </dgm:pt>
    <dgm:pt modelId="{78FA484A-15CA-418E-B16E-399997E791D2}">
      <dgm:prSet custT="1"/>
      <dgm:spPr/>
      <dgm:t>
        <a:bodyPr/>
        <a:lstStyle/>
        <a:p>
          <a:r>
            <a:rPr lang="es-ES" sz="1800"/>
            <a:t>Análisis estadístico limitado.</a:t>
          </a:r>
          <a:endParaRPr lang="en-US" sz="1800"/>
        </a:p>
      </dgm:t>
    </dgm:pt>
    <dgm:pt modelId="{FED7A8F6-2F92-4AF0-8C27-A36C158236BF}" type="parTrans" cxnId="{D449BB13-6A30-47B3-93E6-D56766B64F5D}">
      <dgm:prSet/>
      <dgm:spPr/>
      <dgm:t>
        <a:bodyPr/>
        <a:lstStyle/>
        <a:p>
          <a:endParaRPr lang="en-US" sz="2800"/>
        </a:p>
      </dgm:t>
    </dgm:pt>
    <dgm:pt modelId="{34F4ADA8-48B2-4F7C-9CFE-1431532DE453}" type="sibTrans" cxnId="{D449BB13-6A30-47B3-93E6-D56766B64F5D}">
      <dgm:prSet/>
      <dgm:spPr/>
      <dgm:t>
        <a:bodyPr/>
        <a:lstStyle/>
        <a:p>
          <a:endParaRPr lang="en-US" sz="2800"/>
        </a:p>
      </dgm:t>
    </dgm:pt>
    <dgm:pt modelId="{E9940D91-F6FC-4BC1-B638-D0A30FEDB0DC}">
      <dgm:prSet custT="1"/>
      <dgm:spPr/>
      <dgm:t>
        <a:bodyPr/>
        <a:lstStyle/>
        <a:p>
          <a:r>
            <a:rPr lang="es-ES" sz="1800"/>
            <a:t>Uso mínimo de herramientas reproducibles.</a:t>
          </a:r>
          <a:endParaRPr lang="en-US" sz="1800"/>
        </a:p>
      </dgm:t>
    </dgm:pt>
    <dgm:pt modelId="{C5D6772E-9AFD-4FAF-9A12-299B4BEA33B1}" type="parTrans" cxnId="{E6C0E8F0-10AF-46ED-BC92-7CC9036EF706}">
      <dgm:prSet/>
      <dgm:spPr/>
      <dgm:t>
        <a:bodyPr/>
        <a:lstStyle/>
        <a:p>
          <a:endParaRPr lang="en-US" sz="2800"/>
        </a:p>
      </dgm:t>
    </dgm:pt>
    <dgm:pt modelId="{00542C4C-4D10-418E-BA88-CA462D5C25AC}" type="sibTrans" cxnId="{E6C0E8F0-10AF-46ED-BC92-7CC9036EF706}">
      <dgm:prSet/>
      <dgm:spPr/>
      <dgm:t>
        <a:bodyPr/>
        <a:lstStyle/>
        <a:p>
          <a:endParaRPr lang="en-US" sz="2800"/>
        </a:p>
      </dgm:t>
    </dgm:pt>
    <dgm:pt modelId="{45CA3D3A-87FE-47B7-ACE4-1C13988B4416}" type="pres">
      <dgm:prSet presAssocID="{52EBF83F-8179-4D06-A297-D2DE5D5364FF}" presName="root" presStyleCnt="0">
        <dgm:presLayoutVars>
          <dgm:dir/>
          <dgm:resizeHandles val="exact"/>
        </dgm:presLayoutVars>
      </dgm:prSet>
      <dgm:spPr/>
    </dgm:pt>
    <dgm:pt modelId="{61AF350A-9BC8-4176-A1FE-9A5E3B5F2B80}" type="pres">
      <dgm:prSet presAssocID="{04694189-149E-49F7-A3ED-D5949EFD6509}" presName="compNode" presStyleCnt="0"/>
      <dgm:spPr/>
    </dgm:pt>
    <dgm:pt modelId="{F2CFEEF3-BCC5-4609-9F6B-AC92C286FD27}" type="pres">
      <dgm:prSet presAssocID="{04694189-149E-49F7-A3ED-D5949EFD650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N"/>
        </a:ext>
      </dgm:extLst>
    </dgm:pt>
    <dgm:pt modelId="{94C3E606-5C72-4A6D-896C-D3C2A0306FE2}" type="pres">
      <dgm:prSet presAssocID="{04694189-149E-49F7-A3ED-D5949EFD6509}" presName="spaceRect" presStyleCnt="0"/>
      <dgm:spPr/>
    </dgm:pt>
    <dgm:pt modelId="{C2BFAED6-8055-45C3-B80A-59FEE81FC2CB}" type="pres">
      <dgm:prSet presAssocID="{04694189-149E-49F7-A3ED-D5949EFD6509}" presName="textRect" presStyleLbl="revTx" presStyleIdx="0" presStyleCnt="5">
        <dgm:presLayoutVars>
          <dgm:chMax val="1"/>
          <dgm:chPref val="1"/>
        </dgm:presLayoutVars>
      </dgm:prSet>
      <dgm:spPr/>
    </dgm:pt>
    <dgm:pt modelId="{88FFE471-A3F0-44C3-8B67-7D37FCA37671}" type="pres">
      <dgm:prSet presAssocID="{3EA40DE7-9394-4131-B0B6-3EAE070EC2AA}" presName="sibTrans" presStyleCnt="0"/>
      <dgm:spPr/>
    </dgm:pt>
    <dgm:pt modelId="{90E5C5AC-7DCF-411B-A72C-9CF9533E34D3}" type="pres">
      <dgm:prSet presAssocID="{3B58B492-C9D9-4B3D-99A4-E8FE3A58EED1}" presName="compNode" presStyleCnt="0"/>
      <dgm:spPr/>
    </dgm:pt>
    <dgm:pt modelId="{05B7E462-331D-4D8D-AB7B-6159F9F32E1B}" type="pres">
      <dgm:prSet presAssocID="{3B58B492-C9D9-4B3D-99A4-E8FE3A58EED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89C6D1AB-DAAD-4303-937F-8E0F0B56701E}" type="pres">
      <dgm:prSet presAssocID="{3B58B492-C9D9-4B3D-99A4-E8FE3A58EED1}" presName="spaceRect" presStyleCnt="0"/>
      <dgm:spPr/>
    </dgm:pt>
    <dgm:pt modelId="{AD0A41EE-DC58-4EB9-B79E-DA14AFA10E0B}" type="pres">
      <dgm:prSet presAssocID="{3B58B492-C9D9-4B3D-99A4-E8FE3A58EED1}" presName="textRect" presStyleLbl="revTx" presStyleIdx="1" presStyleCnt="5">
        <dgm:presLayoutVars>
          <dgm:chMax val="1"/>
          <dgm:chPref val="1"/>
        </dgm:presLayoutVars>
      </dgm:prSet>
      <dgm:spPr/>
    </dgm:pt>
    <dgm:pt modelId="{299678B3-7051-470C-B6F8-9C3CC929463D}" type="pres">
      <dgm:prSet presAssocID="{7EE20FB9-7E30-43A3-8010-9148802278E3}" presName="sibTrans" presStyleCnt="0"/>
      <dgm:spPr/>
    </dgm:pt>
    <dgm:pt modelId="{2EEB7F94-8EDA-4052-9076-CA32BC11E1B8}" type="pres">
      <dgm:prSet presAssocID="{3FF12D0F-D6FE-48AD-B116-1B131E1EF390}" presName="compNode" presStyleCnt="0"/>
      <dgm:spPr/>
    </dgm:pt>
    <dgm:pt modelId="{6FF2D658-14D0-4F76-867A-5C784B8DBFF3}" type="pres">
      <dgm:prSet presAssocID="{3FF12D0F-D6FE-48AD-B116-1B131E1EF39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BBE8306-7A0F-4A75-886F-23EE80D7BB8B}" type="pres">
      <dgm:prSet presAssocID="{3FF12D0F-D6FE-48AD-B116-1B131E1EF390}" presName="spaceRect" presStyleCnt="0"/>
      <dgm:spPr/>
    </dgm:pt>
    <dgm:pt modelId="{EAF7B0B8-9162-404C-8DCB-835B5E777037}" type="pres">
      <dgm:prSet presAssocID="{3FF12D0F-D6FE-48AD-B116-1B131E1EF390}" presName="textRect" presStyleLbl="revTx" presStyleIdx="2" presStyleCnt="5">
        <dgm:presLayoutVars>
          <dgm:chMax val="1"/>
          <dgm:chPref val="1"/>
        </dgm:presLayoutVars>
      </dgm:prSet>
      <dgm:spPr/>
    </dgm:pt>
    <dgm:pt modelId="{009FE5F4-0918-4EB9-BF3D-8E3A6EC2483A}" type="pres">
      <dgm:prSet presAssocID="{FD24A1F3-A827-4BC2-9651-95AC33528DF1}" presName="sibTrans" presStyleCnt="0"/>
      <dgm:spPr/>
    </dgm:pt>
    <dgm:pt modelId="{BDAB5311-B1EB-4A5E-B269-146E847DD300}" type="pres">
      <dgm:prSet presAssocID="{78FA484A-15CA-418E-B16E-399997E791D2}" presName="compNode" presStyleCnt="0"/>
      <dgm:spPr/>
    </dgm:pt>
    <dgm:pt modelId="{BA52C1A3-225F-4768-950C-6E3E514DD7F9}" type="pres">
      <dgm:prSet presAssocID="{78FA484A-15CA-418E-B16E-399997E791D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948ECC63-2BD9-4E11-A0EE-AEE20BF24D3A}" type="pres">
      <dgm:prSet presAssocID="{78FA484A-15CA-418E-B16E-399997E791D2}" presName="spaceRect" presStyleCnt="0"/>
      <dgm:spPr/>
    </dgm:pt>
    <dgm:pt modelId="{6294C955-E101-4617-99E2-D5668969EF0B}" type="pres">
      <dgm:prSet presAssocID="{78FA484A-15CA-418E-B16E-399997E791D2}" presName="textRect" presStyleLbl="revTx" presStyleIdx="3" presStyleCnt="5">
        <dgm:presLayoutVars>
          <dgm:chMax val="1"/>
          <dgm:chPref val="1"/>
        </dgm:presLayoutVars>
      </dgm:prSet>
      <dgm:spPr/>
    </dgm:pt>
    <dgm:pt modelId="{19391CCA-89AD-4DF3-B2E1-6919CAADD06B}" type="pres">
      <dgm:prSet presAssocID="{34F4ADA8-48B2-4F7C-9CFE-1431532DE453}" presName="sibTrans" presStyleCnt="0"/>
      <dgm:spPr/>
    </dgm:pt>
    <dgm:pt modelId="{E4E236FC-2394-4859-898B-BCA70C44BCE8}" type="pres">
      <dgm:prSet presAssocID="{E9940D91-F6FC-4BC1-B638-D0A30FEDB0DC}" presName="compNode" presStyleCnt="0"/>
      <dgm:spPr/>
    </dgm:pt>
    <dgm:pt modelId="{6BD6B777-A259-4ECA-A1EE-B50FFB2C09E3}" type="pres">
      <dgm:prSet presAssocID="{E9940D91-F6FC-4BC1-B638-D0A30FEDB0D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iclaje"/>
        </a:ext>
      </dgm:extLst>
    </dgm:pt>
    <dgm:pt modelId="{D01D006D-61D7-4E2C-BF12-B09BF22BCCB6}" type="pres">
      <dgm:prSet presAssocID="{E9940D91-F6FC-4BC1-B638-D0A30FEDB0DC}" presName="spaceRect" presStyleCnt="0"/>
      <dgm:spPr/>
    </dgm:pt>
    <dgm:pt modelId="{DC0150D1-9CC1-45DD-8DBF-FDE13B36A255}" type="pres">
      <dgm:prSet presAssocID="{E9940D91-F6FC-4BC1-B638-D0A30FEDB0D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0A4090F-007F-4056-AFE1-7592267D31B3}" type="presOf" srcId="{3B58B492-C9D9-4B3D-99A4-E8FE3A58EED1}" destId="{AD0A41EE-DC58-4EB9-B79E-DA14AFA10E0B}" srcOrd="0" destOrd="0" presId="urn:microsoft.com/office/officeart/2018/2/layout/IconLabelList"/>
    <dgm:cxn modelId="{D449BB13-6A30-47B3-93E6-D56766B64F5D}" srcId="{52EBF83F-8179-4D06-A297-D2DE5D5364FF}" destId="{78FA484A-15CA-418E-B16E-399997E791D2}" srcOrd="3" destOrd="0" parTransId="{FED7A8F6-2F92-4AF0-8C27-A36C158236BF}" sibTransId="{34F4ADA8-48B2-4F7C-9CFE-1431532DE453}"/>
    <dgm:cxn modelId="{C516331C-DD71-4F42-9F4F-1029421FFF5C}" srcId="{52EBF83F-8179-4D06-A297-D2DE5D5364FF}" destId="{3FF12D0F-D6FE-48AD-B116-1B131E1EF390}" srcOrd="2" destOrd="0" parTransId="{880D1E0E-003A-406B-AE08-2D4955F68B38}" sibTransId="{FD24A1F3-A827-4BC2-9651-95AC33528DF1}"/>
    <dgm:cxn modelId="{4DF0C964-2904-459C-BE14-130A109A5DF3}" srcId="{52EBF83F-8179-4D06-A297-D2DE5D5364FF}" destId="{04694189-149E-49F7-A3ED-D5949EFD6509}" srcOrd="0" destOrd="0" parTransId="{CA69A24D-98AC-4F2D-AA4E-B749AEB18343}" sibTransId="{3EA40DE7-9394-4131-B0B6-3EAE070EC2AA}"/>
    <dgm:cxn modelId="{0462B369-0C7A-4045-9CD6-32766EC3EDE6}" srcId="{52EBF83F-8179-4D06-A297-D2DE5D5364FF}" destId="{3B58B492-C9D9-4B3D-99A4-E8FE3A58EED1}" srcOrd="1" destOrd="0" parTransId="{EA1EA825-D0FE-443E-BDC4-0ABB850CDA8A}" sibTransId="{7EE20FB9-7E30-43A3-8010-9148802278E3}"/>
    <dgm:cxn modelId="{4E1A0C6A-04BA-4ABE-80A5-310F586521AC}" type="presOf" srcId="{52EBF83F-8179-4D06-A297-D2DE5D5364FF}" destId="{45CA3D3A-87FE-47B7-ACE4-1C13988B4416}" srcOrd="0" destOrd="0" presId="urn:microsoft.com/office/officeart/2018/2/layout/IconLabelList"/>
    <dgm:cxn modelId="{D18AC44C-66B5-40D4-BE81-2C2830EC50DA}" type="presOf" srcId="{E9940D91-F6FC-4BC1-B638-D0A30FEDB0DC}" destId="{DC0150D1-9CC1-45DD-8DBF-FDE13B36A255}" srcOrd="0" destOrd="0" presId="urn:microsoft.com/office/officeart/2018/2/layout/IconLabelList"/>
    <dgm:cxn modelId="{CE934975-56CA-44E1-A9F5-919A97CF619E}" type="presOf" srcId="{3FF12D0F-D6FE-48AD-B116-1B131E1EF390}" destId="{EAF7B0B8-9162-404C-8DCB-835B5E777037}" srcOrd="0" destOrd="0" presId="urn:microsoft.com/office/officeart/2018/2/layout/IconLabelList"/>
    <dgm:cxn modelId="{4C820E59-1404-4F04-8911-13EB74127715}" type="presOf" srcId="{78FA484A-15CA-418E-B16E-399997E791D2}" destId="{6294C955-E101-4617-99E2-D5668969EF0B}" srcOrd="0" destOrd="0" presId="urn:microsoft.com/office/officeart/2018/2/layout/IconLabelList"/>
    <dgm:cxn modelId="{55E55ACE-C322-472C-B6D9-4456004E9C58}" type="presOf" srcId="{04694189-149E-49F7-A3ED-D5949EFD6509}" destId="{C2BFAED6-8055-45C3-B80A-59FEE81FC2CB}" srcOrd="0" destOrd="0" presId="urn:microsoft.com/office/officeart/2018/2/layout/IconLabelList"/>
    <dgm:cxn modelId="{E6C0E8F0-10AF-46ED-BC92-7CC9036EF706}" srcId="{52EBF83F-8179-4D06-A297-D2DE5D5364FF}" destId="{E9940D91-F6FC-4BC1-B638-D0A30FEDB0DC}" srcOrd="4" destOrd="0" parTransId="{C5D6772E-9AFD-4FAF-9A12-299B4BEA33B1}" sibTransId="{00542C4C-4D10-418E-BA88-CA462D5C25AC}"/>
    <dgm:cxn modelId="{7C312F80-EC09-4C9D-AFC5-B311CDEFF72E}" type="presParOf" srcId="{45CA3D3A-87FE-47B7-ACE4-1C13988B4416}" destId="{61AF350A-9BC8-4176-A1FE-9A5E3B5F2B80}" srcOrd="0" destOrd="0" presId="urn:microsoft.com/office/officeart/2018/2/layout/IconLabelList"/>
    <dgm:cxn modelId="{8508285E-51DF-4ACB-9ADC-E8F72319ED35}" type="presParOf" srcId="{61AF350A-9BC8-4176-A1FE-9A5E3B5F2B80}" destId="{F2CFEEF3-BCC5-4609-9F6B-AC92C286FD27}" srcOrd="0" destOrd="0" presId="urn:microsoft.com/office/officeart/2018/2/layout/IconLabelList"/>
    <dgm:cxn modelId="{C84DAA5C-8A73-417A-AFBB-DA7CDFB63C00}" type="presParOf" srcId="{61AF350A-9BC8-4176-A1FE-9A5E3B5F2B80}" destId="{94C3E606-5C72-4A6D-896C-D3C2A0306FE2}" srcOrd="1" destOrd="0" presId="urn:microsoft.com/office/officeart/2018/2/layout/IconLabelList"/>
    <dgm:cxn modelId="{5E1467B3-0B89-4DC2-A500-272D7FF095A0}" type="presParOf" srcId="{61AF350A-9BC8-4176-A1FE-9A5E3B5F2B80}" destId="{C2BFAED6-8055-45C3-B80A-59FEE81FC2CB}" srcOrd="2" destOrd="0" presId="urn:microsoft.com/office/officeart/2018/2/layout/IconLabelList"/>
    <dgm:cxn modelId="{FEAE8B63-FE3C-43D3-B83E-8BE490445C53}" type="presParOf" srcId="{45CA3D3A-87FE-47B7-ACE4-1C13988B4416}" destId="{88FFE471-A3F0-44C3-8B67-7D37FCA37671}" srcOrd="1" destOrd="0" presId="urn:microsoft.com/office/officeart/2018/2/layout/IconLabelList"/>
    <dgm:cxn modelId="{BD17A04C-D261-4B3D-9BFD-2B010C7C415E}" type="presParOf" srcId="{45CA3D3A-87FE-47B7-ACE4-1C13988B4416}" destId="{90E5C5AC-7DCF-411B-A72C-9CF9533E34D3}" srcOrd="2" destOrd="0" presId="urn:microsoft.com/office/officeart/2018/2/layout/IconLabelList"/>
    <dgm:cxn modelId="{D96EE1B5-B38D-4FEF-A940-538268F2B2CC}" type="presParOf" srcId="{90E5C5AC-7DCF-411B-A72C-9CF9533E34D3}" destId="{05B7E462-331D-4D8D-AB7B-6159F9F32E1B}" srcOrd="0" destOrd="0" presId="urn:microsoft.com/office/officeart/2018/2/layout/IconLabelList"/>
    <dgm:cxn modelId="{52DB521A-4166-4EE9-9667-39DF28508749}" type="presParOf" srcId="{90E5C5AC-7DCF-411B-A72C-9CF9533E34D3}" destId="{89C6D1AB-DAAD-4303-937F-8E0F0B56701E}" srcOrd="1" destOrd="0" presId="urn:microsoft.com/office/officeart/2018/2/layout/IconLabelList"/>
    <dgm:cxn modelId="{085AF8E0-E796-4E02-BAA2-B17F0207D552}" type="presParOf" srcId="{90E5C5AC-7DCF-411B-A72C-9CF9533E34D3}" destId="{AD0A41EE-DC58-4EB9-B79E-DA14AFA10E0B}" srcOrd="2" destOrd="0" presId="urn:microsoft.com/office/officeart/2018/2/layout/IconLabelList"/>
    <dgm:cxn modelId="{793702BC-87E8-46D9-8E87-2A89CE84D732}" type="presParOf" srcId="{45CA3D3A-87FE-47B7-ACE4-1C13988B4416}" destId="{299678B3-7051-470C-B6F8-9C3CC929463D}" srcOrd="3" destOrd="0" presId="urn:microsoft.com/office/officeart/2018/2/layout/IconLabelList"/>
    <dgm:cxn modelId="{839E3430-86E2-459F-8B83-5B8949093CD5}" type="presParOf" srcId="{45CA3D3A-87FE-47B7-ACE4-1C13988B4416}" destId="{2EEB7F94-8EDA-4052-9076-CA32BC11E1B8}" srcOrd="4" destOrd="0" presId="urn:microsoft.com/office/officeart/2018/2/layout/IconLabelList"/>
    <dgm:cxn modelId="{8B03853D-AE97-4DFE-8F04-CFAF0CCF44F8}" type="presParOf" srcId="{2EEB7F94-8EDA-4052-9076-CA32BC11E1B8}" destId="{6FF2D658-14D0-4F76-867A-5C784B8DBFF3}" srcOrd="0" destOrd="0" presId="urn:microsoft.com/office/officeart/2018/2/layout/IconLabelList"/>
    <dgm:cxn modelId="{E15A047D-3225-4BBC-AC36-42AE7F9085AB}" type="presParOf" srcId="{2EEB7F94-8EDA-4052-9076-CA32BC11E1B8}" destId="{DBBE8306-7A0F-4A75-886F-23EE80D7BB8B}" srcOrd="1" destOrd="0" presId="urn:microsoft.com/office/officeart/2018/2/layout/IconLabelList"/>
    <dgm:cxn modelId="{98CB4EC4-C92F-4D38-9F48-1A609620A3BB}" type="presParOf" srcId="{2EEB7F94-8EDA-4052-9076-CA32BC11E1B8}" destId="{EAF7B0B8-9162-404C-8DCB-835B5E777037}" srcOrd="2" destOrd="0" presId="urn:microsoft.com/office/officeart/2018/2/layout/IconLabelList"/>
    <dgm:cxn modelId="{A8880987-3B84-48B9-B933-E3DD4A1285FD}" type="presParOf" srcId="{45CA3D3A-87FE-47B7-ACE4-1C13988B4416}" destId="{009FE5F4-0918-4EB9-BF3D-8E3A6EC2483A}" srcOrd="5" destOrd="0" presId="urn:microsoft.com/office/officeart/2018/2/layout/IconLabelList"/>
    <dgm:cxn modelId="{414B6D61-9B37-493F-A2C5-D63F03118196}" type="presParOf" srcId="{45CA3D3A-87FE-47B7-ACE4-1C13988B4416}" destId="{BDAB5311-B1EB-4A5E-B269-146E847DD300}" srcOrd="6" destOrd="0" presId="urn:microsoft.com/office/officeart/2018/2/layout/IconLabelList"/>
    <dgm:cxn modelId="{7C7E7B73-CF12-485F-B854-742AD75A5B36}" type="presParOf" srcId="{BDAB5311-B1EB-4A5E-B269-146E847DD300}" destId="{BA52C1A3-225F-4768-950C-6E3E514DD7F9}" srcOrd="0" destOrd="0" presId="urn:microsoft.com/office/officeart/2018/2/layout/IconLabelList"/>
    <dgm:cxn modelId="{86856DFD-BB7F-4F11-B97F-45EAE5A2F3E9}" type="presParOf" srcId="{BDAB5311-B1EB-4A5E-B269-146E847DD300}" destId="{948ECC63-2BD9-4E11-A0EE-AEE20BF24D3A}" srcOrd="1" destOrd="0" presId="urn:microsoft.com/office/officeart/2018/2/layout/IconLabelList"/>
    <dgm:cxn modelId="{BA326CDD-6D2A-4095-8BAC-5270A1141345}" type="presParOf" srcId="{BDAB5311-B1EB-4A5E-B269-146E847DD300}" destId="{6294C955-E101-4617-99E2-D5668969EF0B}" srcOrd="2" destOrd="0" presId="urn:microsoft.com/office/officeart/2018/2/layout/IconLabelList"/>
    <dgm:cxn modelId="{0D7FC9B0-D3B9-49B0-98FF-1CCB7BE6BD26}" type="presParOf" srcId="{45CA3D3A-87FE-47B7-ACE4-1C13988B4416}" destId="{19391CCA-89AD-4DF3-B2E1-6919CAADD06B}" srcOrd="7" destOrd="0" presId="urn:microsoft.com/office/officeart/2018/2/layout/IconLabelList"/>
    <dgm:cxn modelId="{669D3753-01EC-4E38-8187-9B194C4AB4B0}" type="presParOf" srcId="{45CA3D3A-87FE-47B7-ACE4-1C13988B4416}" destId="{E4E236FC-2394-4859-898B-BCA70C44BCE8}" srcOrd="8" destOrd="0" presId="urn:microsoft.com/office/officeart/2018/2/layout/IconLabelList"/>
    <dgm:cxn modelId="{9BA1F0DC-1136-452D-A3F7-FAF80FCE6970}" type="presParOf" srcId="{E4E236FC-2394-4859-898B-BCA70C44BCE8}" destId="{6BD6B777-A259-4ECA-A1EE-B50FFB2C09E3}" srcOrd="0" destOrd="0" presId="urn:microsoft.com/office/officeart/2018/2/layout/IconLabelList"/>
    <dgm:cxn modelId="{3A767F1C-A224-4707-A04F-929B58B6C2AA}" type="presParOf" srcId="{E4E236FC-2394-4859-898B-BCA70C44BCE8}" destId="{D01D006D-61D7-4E2C-BF12-B09BF22BCCB6}" srcOrd="1" destOrd="0" presId="urn:microsoft.com/office/officeart/2018/2/layout/IconLabelList"/>
    <dgm:cxn modelId="{CF19275A-15D1-4020-9E4B-345DAC0D85B6}" type="presParOf" srcId="{E4E236FC-2394-4859-898B-BCA70C44BCE8}" destId="{DC0150D1-9CC1-45DD-8DBF-FDE13B36A25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B9112A5-C6CC-4A4F-A0B7-8A71717D448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7804EC-176F-435B-9D43-872FDB814A88}">
      <dgm:prSet/>
      <dgm:spPr/>
      <dgm:t>
        <a:bodyPr/>
        <a:lstStyle/>
        <a:p>
          <a:pPr>
            <a:defRPr cap="all"/>
          </a:pPr>
          <a:r>
            <a:rPr lang="es-MX" b="0" i="0" baseline="0"/>
            <a:t>Integrar modelos causales en ensayos de campo</a:t>
          </a:r>
          <a:endParaRPr lang="en-US"/>
        </a:p>
      </dgm:t>
    </dgm:pt>
    <dgm:pt modelId="{0071AC36-1BC2-4070-9236-28FFFF89E0D2}" type="parTrans" cxnId="{589BE71E-465F-4DF1-BA94-807D3ED1B2AA}">
      <dgm:prSet/>
      <dgm:spPr/>
      <dgm:t>
        <a:bodyPr/>
        <a:lstStyle/>
        <a:p>
          <a:endParaRPr lang="en-US"/>
        </a:p>
      </dgm:t>
    </dgm:pt>
    <dgm:pt modelId="{FDE76F52-F023-42D4-826B-6D8A70D33A30}" type="sibTrans" cxnId="{589BE71E-465F-4DF1-BA94-807D3ED1B2AA}">
      <dgm:prSet/>
      <dgm:spPr/>
      <dgm:t>
        <a:bodyPr/>
        <a:lstStyle/>
        <a:p>
          <a:endParaRPr lang="en-US"/>
        </a:p>
      </dgm:t>
    </dgm:pt>
    <dgm:pt modelId="{090643B6-4CC4-4428-9307-B6985AD303C8}">
      <dgm:prSet/>
      <dgm:spPr/>
      <dgm:t>
        <a:bodyPr/>
        <a:lstStyle/>
        <a:p>
          <a:pPr>
            <a:defRPr cap="all"/>
          </a:pPr>
          <a:r>
            <a:rPr lang="es-MX" b="0" i="0" baseline="0"/>
            <a:t>Incorporar variables ambientales</a:t>
          </a:r>
          <a:endParaRPr lang="en-US"/>
        </a:p>
      </dgm:t>
    </dgm:pt>
    <dgm:pt modelId="{0759931F-68E3-425D-B210-705CFE2B0E3C}" type="parTrans" cxnId="{960FF905-1D19-4086-9D31-9D0B095B1501}">
      <dgm:prSet/>
      <dgm:spPr/>
      <dgm:t>
        <a:bodyPr/>
        <a:lstStyle/>
        <a:p>
          <a:endParaRPr lang="en-US"/>
        </a:p>
      </dgm:t>
    </dgm:pt>
    <dgm:pt modelId="{6C6C92E0-0B74-4BD3-BB84-A882C8D14B2C}" type="sibTrans" cxnId="{960FF905-1D19-4086-9D31-9D0B095B1501}">
      <dgm:prSet/>
      <dgm:spPr/>
      <dgm:t>
        <a:bodyPr/>
        <a:lstStyle/>
        <a:p>
          <a:endParaRPr lang="en-US"/>
        </a:p>
      </dgm:t>
    </dgm:pt>
    <dgm:pt modelId="{8296DE32-93EF-4E2C-8CDC-4EB889A080E0}">
      <dgm:prSet/>
      <dgm:spPr/>
      <dgm:t>
        <a:bodyPr/>
        <a:lstStyle/>
        <a:p>
          <a:pPr>
            <a:defRPr cap="all"/>
          </a:pPr>
          <a:r>
            <a:rPr lang="es-MX" b="0" i="0" baseline="0"/>
            <a:t>Desarrollar estrategias sustentables de control fitosanitario</a:t>
          </a:r>
          <a:endParaRPr lang="en-US"/>
        </a:p>
      </dgm:t>
    </dgm:pt>
    <dgm:pt modelId="{BA0A4131-7417-4C06-83DC-410549B9EDFF}" type="parTrans" cxnId="{86F2B0F3-2447-4E6D-AC26-E4015847CD82}">
      <dgm:prSet/>
      <dgm:spPr/>
      <dgm:t>
        <a:bodyPr/>
        <a:lstStyle/>
        <a:p>
          <a:endParaRPr lang="en-US"/>
        </a:p>
      </dgm:t>
    </dgm:pt>
    <dgm:pt modelId="{56E10ABC-EE15-4972-B096-01D42C8ACD8D}" type="sibTrans" cxnId="{86F2B0F3-2447-4E6D-AC26-E4015847CD82}">
      <dgm:prSet/>
      <dgm:spPr/>
      <dgm:t>
        <a:bodyPr/>
        <a:lstStyle/>
        <a:p>
          <a:endParaRPr lang="en-US"/>
        </a:p>
      </dgm:t>
    </dgm:pt>
    <dgm:pt modelId="{F99F97B2-C79E-487B-A5EC-5C85E57166A9}" type="pres">
      <dgm:prSet presAssocID="{AB9112A5-C6CC-4A4F-A0B7-8A71717D4486}" presName="root" presStyleCnt="0">
        <dgm:presLayoutVars>
          <dgm:dir/>
          <dgm:resizeHandles val="exact"/>
        </dgm:presLayoutVars>
      </dgm:prSet>
      <dgm:spPr/>
    </dgm:pt>
    <dgm:pt modelId="{D5A1E65D-FECC-4156-BD71-71803AA1CCE8}" type="pres">
      <dgm:prSet presAssocID="{7B7804EC-176F-435B-9D43-872FDB814A88}" presName="compNode" presStyleCnt="0"/>
      <dgm:spPr/>
    </dgm:pt>
    <dgm:pt modelId="{BC70D8E2-04D8-4F59-8902-DBBCD2BD27CA}" type="pres">
      <dgm:prSet presAssocID="{7B7804EC-176F-435B-9D43-872FDB814A88}" presName="iconBgRect" presStyleLbl="bgShp" presStyleIdx="0" presStyleCnt="3"/>
      <dgm:spPr/>
    </dgm:pt>
    <dgm:pt modelId="{4DE950A3-7B20-4598-9A94-8BFA4EC2B185}" type="pres">
      <dgm:prSet presAssocID="{7B7804EC-176F-435B-9D43-872FDB814A8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3C7F9699-4176-4461-8F3D-DBE6A19501AA}" type="pres">
      <dgm:prSet presAssocID="{7B7804EC-176F-435B-9D43-872FDB814A88}" presName="spaceRect" presStyleCnt="0"/>
      <dgm:spPr/>
    </dgm:pt>
    <dgm:pt modelId="{6A43CBE8-08ED-413C-A192-8C5F56BC5D02}" type="pres">
      <dgm:prSet presAssocID="{7B7804EC-176F-435B-9D43-872FDB814A88}" presName="textRect" presStyleLbl="revTx" presStyleIdx="0" presStyleCnt="3">
        <dgm:presLayoutVars>
          <dgm:chMax val="1"/>
          <dgm:chPref val="1"/>
        </dgm:presLayoutVars>
      </dgm:prSet>
      <dgm:spPr/>
    </dgm:pt>
    <dgm:pt modelId="{32976801-D657-4057-BAB7-680A5C005ABC}" type="pres">
      <dgm:prSet presAssocID="{FDE76F52-F023-42D4-826B-6D8A70D33A30}" presName="sibTrans" presStyleCnt="0"/>
      <dgm:spPr/>
    </dgm:pt>
    <dgm:pt modelId="{362AA829-2077-44AD-93F4-17DFF1138786}" type="pres">
      <dgm:prSet presAssocID="{090643B6-4CC4-4428-9307-B6985AD303C8}" presName="compNode" presStyleCnt="0"/>
      <dgm:spPr/>
    </dgm:pt>
    <dgm:pt modelId="{4AAECF52-0658-43DA-9E25-CC8E8F7AF1B8}" type="pres">
      <dgm:prSet presAssocID="{090643B6-4CC4-4428-9307-B6985AD303C8}" presName="iconBgRect" presStyleLbl="bgShp" presStyleIdx="1" presStyleCnt="3"/>
      <dgm:spPr/>
    </dgm:pt>
    <dgm:pt modelId="{B455E943-55A6-4CDF-89EC-C78AB08F496A}" type="pres">
      <dgm:prSet presAssocID="{090643B6-4CC4-4428-9307-B6985AD303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A580E6B4-AA20-4F9B-B8FF-4DFE0B26D77D}" type="pres">
      <dgm:prSet presAssocID="{090643B6-4CC4-4428-9307-B6985AD303C8}" presName="spaceRect" presStyleCnt="0"/>
      <dgm:spPr/>
    </dgm:pt>
    <dgm:pt modelId="{1FD34BAA-92B0-44C4-B91B-1531F8833F43}" type="pres">
      <dgm:prSet presAssocID="{090643B6-4CC4-4428-9307-B6985AD303C8}" presName="textRect" presStyleLbl="revTx" presStyleIdx="1" presStyleCnt="3">
        <dgm:presLayoutVars>
          <dgm:chMax val="1"/>
          <dgm:chPref val="1"/>
        </dgm:presLayoutVars>
      </dgm:prSet>
      <dgm:spPr/>
    </dgm:pt>
    <dgm:pt modelId="{D7131D24-19E1-45E4-BF68-2884DE7B7779}" type="pres">
      <dgm:prSet presAssocID="{6C6C92E0-0B74-4BD3-BB84-A882C8D14B2C}" presName="sibTrans" presStyleCnt="0"/>
      <dgm:spPr/>
    </dgm:pt>
    <dgm:pt modelId="{1993C49A-D6A4-4AC6-BE97-AEB8308AE8AD}" type="pres">
      <dgm:prSet presAssocID="{8296DE32-93EF-4E2C-8CDC-4EB889A080E0}" presName="compNode" presStyleCnt="0"/>
      <dgm:spPr/>
    </dgm:pt>
    <dgm:pt modelId="{5265915B-7C5E-4F2B-BDAE-FA033B23F232}" type="pres">
      <dgm:prSet presAssocID="{8296DE32-93EF-4E2C-8CDC-4EB889A080E0}" presName="iconBgRect" presStyleLbl="bgShp" presStyleIdx="2" presStyleCnt="3"/>
      <dgm:spPr/>
    </dgm:pt>
    <dgm:pt modelId="{38A7631A-0F29-497E-937C-967F7888C45F}" type="pres">
      <dgm:prSet presAssocID="{8296DE32-93EF-4E2C-8CDC-4EB889A080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CB730000-21CC-45A4-82D0-2A80664E794A}" type="pres">
      <dgm:prSet presAssocID="{8296DE32-93EF-4E2C-8CDC-4EB889A080E0}" presName="spaceRect" presStyleCnt="0"/>
      <dgm:spPr/>
    </dgm:pt>
    <dgm:pt modelId="{9909B118-80E9-4701-A917-15CAEEDAD4E2}" type="pres">
      <dgm:prSet presAssocID="{8296DE32-93EF-4E2C-8CDC-4EB889A080E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60FF905-1D19-4086-9D31-9D0B095B1501}" srcId="{AB9112A5-C6CC-4A4F-A0B7-8A71717D4486}" destId="{090643B6-4CC4-4428-9307-B6985AD303C8}" srcOrd="1" destOrd="0" parTransId="{0759931F-68E3-425D-B210-705CFE2B0E3C}" sibTransId="{6C6C92E0-0B74-4BD3-BB84-A882C8D14B2C}"/>
    <dgm:cxn modelId="{589BE71E-465F-4DF1-BA94-807D3ED1B2AA}" srcId="{AB9112A5-C6CC-4A4F-A0B7-8A71717D4486}" destId="{7B7804EC-176F-435B-9D43-872FDB814A88}" srcOrd="0" destOrd="0" parTransId="{0071AC36-1BC2-4070-9236-28FFFF89E0D2}" sibTransId="{FDE76F52-F023-42D4-826B-6D8A70D33A30}"/>
    <dgm:cxn modelId="{F253B3AC-0E29-42D2-9201-809C7C73C8CA}" type="presOf" srcId="{AB9112A5-C6CC-4A4F-A0B7-8A71717D4486}" destId="{F99F97B2-C79E-487B-A5EC-5C85E57166A9}" srcOrd="0" destOrd="0" presId="urn:microsoft.com/office/officeart/2018/5/layout/IconCircleLabelList"/>
    <dgm:cxn modelId="{3F5F40CB-0D72-4587-9D39-058B09BE2BBD}" type="presOf" srcId="{090643B6-4CC4-4428-9307-B6985AD303C8}" destId="{1FD34BAA-92B0-44C4-B91B-1531F8833F43}" srcOrd="0" destOrd="0" presId="urn:microsoft.com/office/officeart/2018/5/layout/IconCircleLabelList"/>
    <dgm:cxn modelId="{6C7B2FCF-F74B-4580-9795-DD07786D6C15}" type="presOf" srcId="{7B7804EC-176F-435B-9D43-872FDB814A88}" destId="{6A43CBE8-08ED-413C-A192-8C5F56BC5D02}" srcOrd="0" destOrd="0" presId="urn:microsoft.com/office/officeart/2018/5/layout/IconCircleLabelList"/>
    <dgm:cxn modelId="{642D6DD5-EAFA-44B8-8B82-5E041C15292F}" type="presOf" srcId="{8296DE32-93EF-4E2C-8CDC-4EB889A080E0}" destId="{9909B118-80E9-4701-A917-15CAEEDAD4E2}" srcOrd="0" destOrd="0" presId="urn:microsoft.com/office/officeart/2018/5/layout/IconCircleLabelList"/>
    <dgm:cxn modelId="{86F2B0F3-2447-4E6D-AC26-E4015847CD82}" srcId="{AB9112A5-C6CC-4A4F-A0B7-8A71717D4486}" destId="{8296DE32-93EF-4E2C-8CDC-4EB889A080E0}" srcOrd="2" destOrd="0" parTransId="{BA0A4131-7417-4C06-83DC-410549B9EDFF}" sibTransId="{56E10ABC-EE15-4972-B096-01D42C8ACD8D}"/>
    <dgm:cxn modelId="{5AEF2890-2D34-4F7B-85BC-21B1E4C56B81}" type="presParOf" srcId="{F99F97B2-C79E-487B-A5EC-5C85E57166A9}" destId="{D5A1E65D-FECC-4156-BD71-71803AA1CCE8}" srcOrd="0" destOrd="0" presId="urn:microsoft.com/office/officeart/2018/5/layout/IconCircleLabelList"/>
    <dgm:cxn modelId="{A4CD0FFF-1360-4F1F-8D0E-65D6F11159A7}" type="presParOf" srcId="{D5A1E65D-FECC-4156-BD71-71803AA1CCE8}" destId="{BC70D8E2-04D8-4F59-8902-DBBCD2BD27CA}" srcOrd="0" destOrd="0" presId="urn:microsoft.com/office/officeart/2018/5/layout/IconCircleLabelList"/>
    <dgm:cxn modelId="{24D89892-8474-4EB2-8810-B5449AF051C2}" type="presParOf" srcId="{D5A1E65D-FECC-4156-BD71-71803AA1CCE8}" destId="{4DE950A3-7B20-4598-9A94-8BFA4EC2B185}" srcOrd="1" destOrd="0" presId="urn:microsoft.com/office/officeart/2018/5/layout/IconCircleLabelList"/>
    <dgm:cxn modelId="{7639271C-601E-4B16-8B37-D6291EDECA8E}" type="presParOf" srcId="{D5A1E65D-FECC-4156-BD71-71803AA1CCE8}" destId="{3C7F9699-4176-4461-8F3D-DBE6A19501AA}" srcOrd="2" destOrd="0" presId="urn:microsoft.com/office/officeart/2018/5/layout/IconCircleLabelList"/>
    <dgm:cxn modelId="{CB6091F9-139F-4393-9F61-8F325F878795}" type="presParOf" srcId="{D5A1E65D-FECC-4156-BD71-71803AA1CCE8}" destId="{6A43CBE8-08ED-413C-A192-8C5F56BC5D02}" srcOrd="3" destOrd="0" presId="urn:microsoft.com/office/officeart/2018/5/layout/IconCircleLabelList"/>
    <dgm:cxn modelId="{F576C790-926D-4AF5-8E07-AF7157FA8570}" type="presParOf" srcId="{F99F97B2-C79E-487B-A5EC-5C85E57166A9}" destId="{32976801-D657-4057-BAB7-680A5C005ABC}" srcOrd="1" destOrd="0" presId="urn:microsoft.com/office/officeart/2018/5/layout/IconCircleLabelList"/>
    <dgm:cxn modelId="{54BEFF2E-DAB2-4BEA-8F17-EC8BB2B77C6C}" type="presParOf" srcId="{F99F97B2-C79E-487B-A5EC-5C85E57166A9}" destId="{362AA829-2077-44AD-93F4-17DFF1138786}" srcOrd="2" destOrd="0" presId="urn:microsoft.com/office/officeart/2018/5/layout/IconCircleLabelList"/>
    <dgm:cxn modelId="{A8B73115-1A40-47EC-A822-DB290B31050D}" type="presParOf" srcId="{362AA829-2077-44AD-93F4-17DFF1138786}" destId="{4AAECF52-0658-43DA-9E25-CC8E8F7AF1B8}" srcOrd="0" destOrd="0" presId="urn:microsoft.com/office/officeart/2018/5/layout/IconCircleLabelList"/>
    <dgm:cxn modelId="{58C897DB-C924-4D10-8C84-1133FEC021C1}" type="presParOf" srcId="{362AA829-2077-44AD-93F4-17DFF1138786}" destId="{B455E943-55A6-4CDF-89EC-C78AB08F496A}" srcOrd="1" destOrd="0" presId="urn:microsoft.com/office/officeart/2018/5/layout/IconCircleLabelList"/>
    <dgm:cxn modelId="{DCDEFEEC-2CCF-4EA8-AC54-0E855C98D1EA}" type="presParOf" srcId="{362AA829-2077-44AD-93F4-17DFF1138786}" destId="{A580E6B4-AA20-4F9B-B8FF-4DFE0B26D77D}" srcOrd="2" destOrd="0" presId="urn:microsoft.com/office/officeart/2018/5/layout/IconCircleLabelList"/>
    <dgm:cxn modelId="{1EE0DB59-FFFC-4919-BF51-CAED10B357BD}" type="presParOf" srcId="{362AA829-2077-44AD-93F4-17DFF1138786}" destId="{1FD34BAA-92B0-44C4-B91B-1531F8833F43}" srcOrd="3" destOrd="0" presId="urn:microsoft.com/office/officeart/2018/5/layout/IconCircleLabelList"/>
    <dgm:cxn modelId="{17C901E1-5CF0-47B0-9A75-2182126A85FF}" type="presParOf" srcId="{F99F97B2-C79E-487B-A5EC-5C85E57166A9}" destId="{D7131D24-19E1-45E4-BF68-2884DE7B7779}" srcOrd="3" destOrd="0" presId="urn:microsoft.com/office/officeart/2018/5/layout/IconCircleLabelList"/>
    <dgm:cxn modelId="{8883B767-3EDB-4A6B-A55F-A3368B97C11C}" type="presParOf" srcId="{F99F97B2-C79E-487B-A5EC-5C85E57166A9}" destId="{1993C49A-D6A4-4AC6-BE97-AEB8308AE8AD}" srcOrd="4" destOrd="0" presId="urn:microsoft.com/office/officeart/2018/5/layout/IconCircleLabelList"/>
    <dgm:cxn modelId="{06E6B444-C9F2-45CF-834D-BA587185BF66}" type="presParOf" srcId="{1993C49A-D6A4-4AC6-BE97-AEB8308AE8AD}" destId="{5265915B-7C5E-4F2B-BDAE-FA033B23F232}" srcOrd="0" destOrd="0" presId="urn:microsoft.com/office/officeart/2018/5/layout/IconCircleLabelList"/>
    <dgm:cxn modelId="{DA68A6C3-C506-4DD9-9CAE-C8393279D4FB}" type="presParOf" srcId="{1993C49A-D6A4-4AC6-BE97-AEB8308AE8AD}" destId="{38A7631A-0F29-497E-937C-967F7888C45F}" srcOrd="1" destOrd="0" presId="urn:microsoft.com/office/officeart/2018/5/layout/IconCircleLabelList"/>
    <dgm:cxn modelId="{3E05EAFF-D57E-4C26-A349-6955FAE40435}" type="presParOf" srcId="{1993C49A-D6A4-4AC6-BE97-AEB8308AE8AD}" destId="{CB730000-21CC-45A4-82D0-2A80664E794A}" srcOrd="2" destOrd="0" presId="urn:microsoft.com/office/officeart/2018/5/layout/IconCircleLabelList"/>
    <dgm:cxn modelId="{5ECFBE03-D817-4460-957A-873C1C5F4C1E}" type="presParOf" srcId="{1993C49A-D6A4-4AC6-BE97-AEB8308AE8AD}" destId="{9909B118-80E9-4701-A917-15CAEEDAD4E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D9BE11-3951-4935-A2EB-5866661178C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C65E490-2F52-4BC6-A332-00394B4B127C}">
      <dgm:prSet/>
      <dgm:spPr/>
      <dgm:t>
        <a:bodyPr/>
        <a:lstStyle/>
        <a:p>
          <a:r>
            <a:rPr lang="es-MX" b="0" i="0" baseline="0"/>
            <a:t>El análisis causal permite estructurar hipótesis biológicas complejas.</a:t>
          </a:r>
          <a:endParaRPr lang="en-US"/>
        </a:p>
      </dgm:t>
    </dgm:pt>
    <dgm:pt modelId="{B01CE59B-FC60-42F0-A7A1-0CD706985DDB}" type="parTrans" cxnId="{2C3A4DFC-042B-4480-8155-3CEE14077DBC}">
      <dgm:prSet/>
      <dgm:spPr/>
      <dgm:t>
        <a:bodyPr/>
        <a:lstStyle/>
        <a:p>
          <a:endParaRPr lang="en-US"/>
        </a:p>
      </dgm:t>
    </dgm:pt>
    <dgm:pt modelId="{A7DE1E6B-FF23-4D38-B677-D10FC2A0E161}" type="sibTrans" cxnId="{2C3A4DFC-042B-4480-8155-3CEE14077DBC}">
      <dgm:prSet/>
      <dgm:spPr/>
      <dgm:t>
        <a:bodyPr/>
        <a:lstStyle/>
        <a:p>
          <a:endParaRPr lang="en-US"/>
        </a:p>
      </dgm:t>
    </dgm:pt>
    <dgm:pt modelId="{CEB36889-EC6C-4C4E-84DC-C8C2FB6E9407}">
      <dgm:prSet/>
      <dgm:spPr/>
      <dgm:t>
        <a:bodyPr/>
        <a:lstStyle/>
        <a:p>
          <a:r>
            <a:rPr lang="es-MX" b="0" i="0" baseline="0"/>
            <a:t>El uso de regresión mejora la interpretación cuantitativa.</a:t>
          </a:r>
          <a:endParaRPr lang="en-US"/>
        </a:p>
      </dgm:t>
    </dgm:pt>
    <dgm:pt modelId="{795A2519-1D48-4EE8-8080-7C09BE75A7E7}" type="parTrans" cxnId="{865669A2-2129-412A-A52B-E61DF5557265}">
      <dgm:prSet/>
      <dgm:spPr/>
      <dgm:t>
        <a:bodyPr/>
        <a:lstStyle/>
        <a:p>
          <a:endParaRPr lang="en-US"/>
        </a:p>
      </dgm:t>
    </dgm:pt>
    <dgm:pt modelId="{77C29605-C3FB-4A2D-B54D-38F0B2F3560B}" type="sibTrans" cxnId="{865669A2-2129-412A-A52B-E61DF5557265}">
      <dgm:prSet/>
      <dgm:spPr/>
      <dgm:t>
        <a:bodyPr/>
        <a:lstStyle/>
        <a:p>
          <a:endParaRPr lang="en-US"/>
        </a:p>
      </dgm:t>
    </dgm:pt>
    <dgm:pt modelId="{40E2854C-22A5-45CD-823E-4F9D0E4669FC}">
      <dgm:prSet/>
      <dgm:spPr/>
      <dgm:t>
        <a:bodyPr/>
        <a:lstStyle/>
        <a:p>
          <a:r>
            <a:rPr lang="es-MX" b="0" i="0" baseline="0"/>
            <a:t>R facilita análisis reproducibles.</a:t>
          </a:r>
          <a:endParaRPr lang="en-US"/>
        </a:p>
      </dgm:t>
    </dgm:pt>
    <dgm:pt modelId="{C112A9C4-7AA6-4F72-BADC-4D4E051BF755}" type="parTrans" cxnId="{6C39E0AA-62BC-42A3-BDBA-2127E8D2B3DA}">
      <dgm:prSet/>
      <dgm:spPr/>
      <dgm:t>
        <a:bodyPr/>
        <a:lstStyle/>
        <a:p>
          <a:endParaRPr lang="en-US"/>
        </a:p>
      </dgm:t>
    </dgm:pt>
    <dgm:pt modelId="{72D19677-97DA-4B24-B561-F5B944F3733E}" type="sibTrans" cxnId="{6C39E0AA-62BC-42A3-BDBA-2127E8D2B3DA}">
      <dgm:prSet/>
      <dgm:spPr/>
      <dgm:t>
        <a:bodyPr/>
        <a:lstStyle/>
        <a:p>
          <a:endParaRPr lang="en-US"/>
        </a:p>
      </dgm:t>
    </dgm:pt>
    <dgm:pt modelId="{C02D4ECF-30C3-4B8E-86A4-193E7B43A56C}">
      <dgm:prSet/>
      <dgm:spPr/>
      <dgm:t>
        <a:bodyPr/>
        <a:lstStyle/>
        <a:p>
          <a:r>
            <a:rPr lang="es-MX" b="0" i="0" baseline="0"/>
            <a:t>El curso transformó la forma de abordar el diseño experimental.</a:t>
          </a:r>
          <a:endParaRPr lang="en-US"/>
        </a:p>
      </dgm:t>
    </dgm:pt>
    <dgm:pt modelId="{0CDD5EB0-B3E8-4626-8217-DF251D30939C}" type="parTrans" cxnId="{78344303-8680-4734-A931-D7682B66BA27}">
      <dgm:prSet/>
      <dgm:spPr/>
      <dgm:t>
        <a:bodyPr/>
        <a:lstStyle/>
        <a:p>
          <a:endParaRPr lang="en-US"/>
        </a:p>
      </dgm:t>
    </dgm:pt>
    <dgm:pt modelId="{A16C58F0-DB7D-472B-B210-C3989012CF54}" type="sibTrans" cxnId="{78344303-8680-4734-A931-D7682B66BA27}">
      <dgm:prSet/>
      <dgm:spPr/>
      <dgm:t>
        <a:bodyPr/>
        <a:lstStyle/>
        <a:p>
          <a:endParaRPr lang="en-US"/>
        </a:p>
      </dgm:t>
    </dgm:pt>
    <dgm:pt modelId="{EC145862-1530-4703-A64A-A809CED74DE5}" type="pres">
      <dgm:prSet presAssocID="{D0D9BE11-3951-4935-A2EB-5866661178C3}" presName="root" presStyleCnt="0">
        <dgm:presLayoutVars>
          <dgm:dir/>
          <dgm:resizeHandles val="exact"/>
        </dgm:presLayoutVars>
      </dgm:prSet>
      <dgm:spPr/>
    </dgm:pt>
    <dgm:pt modelId="{77B4CB72-2D76-48AC-9846-AA7A9195C2CB}" type="pres">
      <dgm:prSet presAssocID="{4C65E490-2F52-4BC6-A332-00394B4B127C}" presName="compNode" presStyleCnt="0"/>
      <dgm:spPr/>
    </dgm:pt>
    <dgm:pt modelId="{67D436C1-6950-4D9C-B695-C63E75E97814}" type="pres">
      <dgm:prSet presAssocID="{4C65E490-2F52-4BC6-A332-00394B4B127C}" presName="bgRect" presStyleLbl="bgShp" presStyleIdx="0" presStyleCnt="4"/>
      <dgm:spPr/>
    </dgm:pt>
    <dgm:pt modelId="{265C6731-502F-4CC7-96A9-C57798D587A1}" type="pres">
      <dgm:prSet presAssocID="{4C65E490-2F52-4BC6-A332-00394B4B127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51E788E-8791-4F15-89F6-21DB1E2D34D1}" type="pres">
      <dgm:prSet presAssocID="{4C65E490-2F52-4BC6-A332-00394B4B127C}" presName="spaceRect" presStyleCnt="0"/>
      <dgm:spPr/>
    </dgm:pt>
    <dgm:pt modelId="{20F6C44E-F902-440A-9EFC-5D11BE6DFEDA}" type="pres">
      <dgm:prSet presAssocID="{4C65E490-2F52-4BC6-A332-00394B4B127C}" presName="parTx" presStyleLbl="revTx" presStyleIdx="0" presStyleCnt="4">
        <dgm:presLayoutVars>
          <dgm:chMax val="0"/>
          <dgm:chPref val="0"/>
        </dgm:presLayoutVars>
      </dgm:prSet>
      <dgm:spPr/>
    </dgm:pt>
    <dgm:pt modelId="{AF1F5C45-56B6-4AE2-A1A6-1179247CEA1A}" type="pres">
      <dgm:prSet presAssocID="{A7DE1E6B-FF23-4D38-B677-D10FC2A0E161}" presName="sibTrans" presStyleCnt="0"/>
      <dgm:spPr/>
    </dgm:pt>
    <dgm:pt modelId="{94C67A9C-1B0B-4818-B1A6-6B08B41917FD}" type="pres">
      <dgm:prSet presAssocID="{CEB36889-EC6C-4C4E-84DC-C8C2FB6E9407}" presName="compNode" presStyleCnt="0"/>
      <dgm:spPr/>
    </dgm:pt>
    <dgm:pt modelId="{777838A5-A6C6-4C6B-A28C-FB6A6E7102F6}" type="pres">
      <dgm:prSet presAssocID="{CEB36889-EC6C-4C4E-84DC-C8C2FB6E9407}" presName="bgRect" presStyleLbl="bgShp" presStyleIdx="1" presStyleCnt="4"/>
      <dgm:spPr/>
    </dgm:pt>
    <dgm:pt modelId="{80C20509-CD25-4ED1-A5FF-20344B97452E}" type="pres">
      <dgm:prSet presAssocID="{CEB36889-EC6C-4C4E-84DC-C8C2FB6E940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285698A4-EE87-4CB8-BC5A-ED85106C09BB}" type="pres">
      <dgm:prSet presAssocID="{CEB36889-EC6C-4C4E-84DC-C8C2FB6E9407}" presName="spaceRect" presStyleCnt="0"/>
      <dgm:spPr/>
    </dgm:pt>
    <dgm:pt modelId="{809839F2-3576-467A-81D2-CBA3251E1C7F}" type="pres">
      <dgm:prSet presAssocID="{CEB36889-EC6C-4C4E-84DC-C8C2FB6E9407}" presName="parTx" presStyleLbl="revTx" presStyleIdx="1" presStyleCnt="4">
        <dgm:presLayoutVars>
          <dgm:chMax val="0"/>
          <dgm:chPref val="0"/>
        </dgm:presLayoutVars>
      </dgm:prSet>
      <dgm:spPr/>
    </dgm:pt>
    <dgm:pt modelId="{589C6492-6065-4382-83B2-1998238CA987}" type="pres">
      <dgm:prSet presAssocID="{77C29605-C3FB-4A2D-B54D-38F0B2F3560B}" presName="sibTrans" presStyleCnt="0"/>
      <dgm:spPr/>
    </dgm:pt>
    <dgm:pt modelId="{87C129F2-30F7-4DA2-A4F5-3FD1D07C2F86}" type="pres">
      <dgm:prSet presAssocID="{40E2854C-22A5-45CD-823E-4F9D0E4669FC}" presName="compNode" presStyleCnt="0"/>
      <dgm:spPr/>
    </dgm:pt>
    <dgm:pt modelId="{C0B0A987-35C5-41C3-B940-DDA7E4591EF3}" type="pres">
      <dgm:prSet presAssocID="{40E2854C-22A5-45CD-823E-4F9D0E4669FC}" presName="bgRect" presStyleLbl="bgShp" presStyleIdx="2" presStyleCnt="4"/>
      <dgm:spPr/>
    </dgm:pt>
    <dgm:pt modelId="{F73A846D-622D-4479-BB7E-B25012FE9BC6}" type="pres">
      <dgm:prSet presAssocID="{40E2854C-22A5-45CD-823E-4F9D0E4669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3BC1BEA-764E-42A2-B2D9-07AFCA41BC72}" type="pres">
      <dgm:prSet presAssocID="{40E2854C-22A5-45CD-823E-4F9D0E4669FC}" presName="spaceRect" presStyleCnt="0"/>
      <dgm:spPr/>
    </dgm:pt>
    <dgm:pt modelId="{D31CB333-306B-4473-B149-B1E23DD89640}" type="pres">
      <dgm:prSet presAssocID="{40E2854C-22A5-45CD-823E-4F9D0E4669FC}" presName="parTx" presStyleLbl="revTx" presStyleIdx="2" presStyleCnt="4">
        <dgm:presLayoutVars>
          <dgm:chMax val="0"/>
          <dgm:chPref val="0"/>
        </dgm:presLayoutVars>
      </dgm:prSet>
      <dgm:spPr/>
    </dgm:pt>
    <dgm:pt modelId="{6B7653EB-B1A5-4207-8F29-CEA77E015491}" type="pres">
      <dgm:prSet presAssocID="{72D19677-97DA-4B24-B561-F5B944F3733E}" presName="sibTrans" presStyleCnt="0"/>
      <dgm:spPr/>
    </dgm:pt>
    <dgm:pt modelId="{BA272D0C-36D9-4CD0-99DD-E3AA995B3F8A}" type="pres">
      <dgm:prSet presAssocID="{C02D4ECF-30C3-4B8E-86A4-193E7B43A56C}" presName="compNode" presStyleCnt="0"/>
      <dgm:spPr/>
    </dgm:pt>
    <dgm:pt modelId="{7D581D70-58E2-40C2-B983-F38F86913050}" type="pres">
      <dgm:prSet presAssocID="{C02D4ECF-30C3-4B8E-86A4-193E7B43A56C}" presName="bgRect" presStyleLbl="bgShp" presStyleIdx="3" presStyleCnt="4"/>
      <dgm:spPr/>
    </dgm:pt>
    <dgm:pt modelId="{2D8509DB-3616-4656-AAF9-978840A058C5}" type="pres">
      <dgm:prSet presAssocID="{C02D4ECF-30C3-4B8E-86A4-193E7B43A5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7AFF60F4-4299-4276-8AC7-298E214C3352}" type="pres">
      <dgm:prSet presAssocID="{C02D4ECF-30C3-4B8E-86A4-193E7B43A56C}" presName="spaceRect" presStyleCnt="0"/>
      <dgm:spPr/>
    </dgm:pt>
    <dgm:pt modelId="{9E7D0AF6-3810-422E-BDE1-979A08D8CCC9}" type="pres">
      <dgm:prSet presAssocID="{C02D4ECF-30C3-4B8E-86A4-193E7B43A5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8344303-8680-4734-A931-D7682B66BA27}" srcId="{D0D9BE11-3951-4935-A2EB-5866661178C3}" destId="{C02D4ECF-30C3-4B8E-86A4-193E7B43A56C}" srcOrd="3" destOrd="0" parTransId="{0CDD5EB0-B3E8-4626-8217-DF251D30939C}" sibTransId="{A16C58F0-DB7D-472B-B210-C3989012CF54}"/>
    <dgm:cxn modelId="{05D1F009-5178-453F-BB2F-22304823A174}" type="presOf" srcId="{CEB36889-EC6C-4C4E-84DC-C8C2FB6E9407}" destId="{809839F2-3576-467A-81D2-CBA3251E1C7F}" srcOrd="0" destOrd="0" presId="urn:microsoft.com/office/officeart/2018/2/layout/IconVerticalSolidList"/>
    <dgm:cxn modelId="{DB9D8345-3C40-4645-A27A-82A94CB95818}" type="presOf" srcId="{4C65E490-2F52-4BC6-A332-00394B4B127C}" destId="{20F6C44E-F902-440A-9EFC-5D11BE6DFEDA}" srcOrd="0" destOrd="0" presId="urn:microsoft.com/office/officeart/2018/2/layout/IconVerticalSolidList"/>
    <dgm:cxn modelId="{865669A2-2129-412A-A52B-E61DF5557265}" srcId="{D0D9BE11-3951-4935-A2EB-5866661178C3}" destId="{CEB36889-EC6C-4C4E-84DC-C8C2FB6E9407}" srcOrd="1" destOrd="0" parTransId="{795A2519-1D48-4EE8-8080-7C09BE75A7E7}" sibTransId="{77C29605-C3FB-4A2D-B54D-38F0B2F3560B}"/>
    <dgm:cxn modelId="{6C39E0AA-62BC-42A3-BDBA-2127E8D2B3DA}" srcId="{D0D9BE11-3951-4935-A2EB-5866661178C3}" destId="{40E2854C-22A5-45CD-823E-4F9D0E4669FC}" srcOrd="2" destOrd="0" parTransId="{C112A9C4-7AA6-4F72-BADC-4D4E051BF755}" sibTransId="{72D19677-97DA-4B24-B561-F5B944F3733E}"/>
    <dgm:cxn modelId="{982803B0-03D5-46E2-8C63-BB2DE26B4432}" type="presOf" srcId="{C02D4ECF-30C3-4B8E-86A4-193E7B43A56C}" destId="{9E7D0AF6-3810-422E-BDE1-979A08D8CCC9}" srcOrd="0" destOrd="0" presId="urn:microsoft.com/office/officeart/2018/2/layout/IconVerticalSolidList"/>
    <dgm:cxn modelId="{7F2E45DD-17A3-42AC-B97F-1C260E1990F3}" type="presOf" srcId="{40E2854C-22A5-45CD-823E-4F9D0E4669FC}" destId="{D31CB333-306B-4473-B149-B1E23DD89640}" srcOrd="0" destOrd="0" presId="urn:microsoft.com/office/officeart/2018/2/layout/IconVerticalSolidList"/>
    <dgm:cxn modelId="{E27368F8-BD11-4326-818E-AC7E4D02D56F}" type="presOf" srcId="{D0D9BE11-3951-4935-A2EB-5866661178C3}" destId="{EC145862-1530-4703-A64A-A809CED74DE5}" srcOrd="0" destOrd="0" presId="urn:microsoft.com/office/officeart/2018/2/layout/IconVerticalSolidList"/>
    <dgm:cxn modelId="{2C3A4DFC-042B-4480-8155-3CEE14077DBC}" srcId="{D0D9BE11-3951-4935-A2EB-5866661178C3}" destId="{4C65E490-2F52-4BC6-A332-00394B4B127C}" srcOrd="0" destOrd="0" parTransId="{B01CE59B-FC60-42F0-A7A1-0CD706985DDB}" sibTransId="{A7DE1E6B-FF23-4D38-B677-D10FC2A0E161}"/>
    <dgm:cxn modelId="{D030ACDD-36EE-424A-AA0F-9F0862A6D4D9}" type="presParOf" srcId="{EC145862-1530-4703-A64A-A809CED74DE5}" destId="{77B4CB72-2D76-48AC-9846-AA7A9195C2CB}" srcOrd="0" destOrd="0" presId="urn:microsoft.com/office/officeart/2018/2/layout/IconVerticalSolidList"/>
    <dgm:cxn modelId="{E7C6D377-7991-4049-80C5-031D2FD6D195}" type="presParOf" srcId="{77B4CB72-2D76-48AC-9846-AA7A9195C2CB}" destId="{67D436C1-6950-4D9C-B695-C63E75E97814}" srcOrd="0" destOrd="0" presId="urn:microsoft.com/office/officeart/2018/2/layout/IconVerticalSolidList"/>
    <dgm:cxn modelId="{269A6321-2FB8-47C6-8A22-855713AA3240}" type="presParOf" srcId="{77B4CB72-2D76-48AC-9846-AA7A9195C2CB}" destId="{265C6731-502F-4CC7-96A9-C57798D587A1}" srcOrd="1" destOrd="0" presId="urn:microsoft.com/office/officeart/2018/2/layout/IconVerticalSolidList"/>
    <dgm:cxn modelId="{9B0345E8-27C1-4217-B2C8-A4B4BD711C98}" type="presParOf" srcId="{77B4CB72-2D76-48AC-9846-AA7A9195C2CB}" destId="{E51E788E-8791-4F15-89F6-21DB1E2D34D1}" srcOrd="2" destOrd="0" presId="urn:microsoft.com/office/officeart/2018/2/layout/IconVerticalSolidList"/>
    <dgm:cxn modelId="{9A011C7C-D8E1-404E-A9CF-811B51F3177B}" type="presParOf" srcId="{77B4CB72-2D76-48AC-9846-AA7A9195C2CB}" destId="{20F6C44E-F902-440A-9EFC-5D11BE6DFEDA}" srcOrd="3" destOrd="0" presId="urn:microsoft.com/office/officeart/2018/2/layout/IconVerticalSolidList"/>
    <dgm:cxn modelId="{B1B5A52B-65BA-462A-A6FA-6C89916346B9}" type="presParOf" srcId="{EC145862-1530-4703-A64A-A809CED74DE5}" destId="{AF1F5C45-56B6-4AE2-A1A6-1179247CEA1A}" srcOrd="1" destOrd="0" presId="urn:microsoft.com/office/officeart/2018/2/layout/IconVerticalSolidList"/>
    <dgm:cxn modelId="{6791EF3F-0640-40DB-90EA-21CE3C2A34D8}" type="presParOf" srcId="{EC145862-1530-4703-A64A-A809CED74DE5}" destId="{94C67A9C-1B0B-4818-B1A6-6B08B41917FD}" srcOrd="2" destOrd="0" presId="urn:microsoft.com/office/officeart/2018/2/layout/IconVerticalSolidList"/>
    <dgm:cxn modelId="{C940F807-A5B1-4AA4-B4A2-B3F99B1C15A7}" type="presParOf" srcId="{94C67A9C-1B0B-4818-B1A6-6B08B41917FD}" destId="{777838A5-A6C6-4C6B-A28C-FB6A6E7102F6}" srcOrd="0" destOrd="0" presId="urn:microsoft.com/office/officeart/2018/2/layout/IconVerticalSolidList"/>
    <dgm:cxn modelId="{FD5131C0-FB91-4E08-97D7-AD2A52FDAEC8}" type="presParOf" srcId="{94C67A9C-1B0B-4818-B1A6-6B08B41917FD}" destId="{80C20509-CD25-4ED1-A5FF-20344B97452E}" srcOrd="1" destOrd="0" presId="urn:microsoft.com/office/officeart/2018/2/layout/IconVerticalSolidList"/>
    <dgm:cxn modelId="{F26AAC26-2168-43EB-A6A4-15E527B42B18}" type="presParOf" srcId="{94C67A9C-1B0B-4818-B1A6-6B08B41917FD}" destId="{285698A4-EE87-4CB8-BC5A-ED85106C09BB}" srcOrd="2" destOrd="0" presId="urn:microsoft.com/office/officeart/2018/2/layout/IconVerticalSolidList"/>
    <dgm:cxn modelId="{B3CBAF76-3BE0-4CE8-A704-377EACBA015D}" type="presParOf" srcId="{94C67A9C-1B0B-4818-B1A6-6B08B41917FD}" destId="{809839F2-3576-467A-81D2-CBA3251E1C7F}" srcOrd="3" destOrd="0" presId="urn:microsoft.com/office/officeart/2018/2/layout/IconVerticalSolidList"/>
    <dgm:cxn modelId="{CCB2E50C-65D0-4FFA-8D5B-3796DA015F3A}" type="presParOf" srcId="{EC145862-1530-4703-A64A-A809CED74DE5}" destId="{589C6492-6065-4382-83B2-1998238CA987}" srcOrd="3" destOrd="0" presId="urn:microsoft.com/office/officeart/2018/2/layout/IconVerticalSolidList"/>
    <dgm:cxn modelId="{DF2FAB86-390D-4287-9E0F-34DD7B12B925}" type="presParOf" srcId="{EC145862-1530-4703-A64A-A809CED74DE5}" destId="{87C129F2-30F7-4DA2-A4F5-3FD1D07C2F86}" srcOrd="4" destOrd="0" presId="urn:microsoft.com/office/officeart/2018/2/layout/IconVerticalSolidList"/>
    <dgm:cxn modelId="{AC084104-C370-431D-944D-4512C7121CD6}" type="presParOf" srcId="{87C129F2-30F7-4DA2-A4F5-3FD1D07C2F86}" destId="{C0B0A987-35C5-41C3-B940-DDA7E4591EF3}" srcOrd="0" destOrd="0" presId="urn:microsoft.com/office/officeart/2018/2/layout/IconVerticalSolidList"/>
    <dgm:cxn modelId="{27274A96-15FB-4DFB-A652-8082BC152159}" type="presParOf" srcId="{87C129F2-30F7-4DA2-A4F5-3FD1D07C2F86}" destId="{F73A846D-622D-4479-BB7E-B25012FE9BC6}" srcOrd="1" destOrd="0" presId="urn:microsoft.com/office/officeart/2018/2/layout/IconVerticalSolidList"/>
    <dgm:cxn modelId="{437600C6-40FA-45BF-B4CA-20377EB1211B}" type="presParOf" srcId="{87C129F2-30F7-4DA2-A4F5-3FD1D07C2F86}" destId="{33BC1BEA-764E-42A2-B2D9-07AFCA41BC72}" srcOrd="2" destOrd="0" presId="urn:microsoft.com/office/officeart/2018/2/layout/IconVerticalSolidList"/>
    <dgm:cxn modelId="{004A0027-652D-4400-A736-98E51AA7F8F8}" type="presParOf" srcId="{87C129F2-30F7-4DA2-A4F5-3FD1D07C2F86}" destId="{D31CB333-306B-4473-B149-B1E23DD89640}" srcOrd="3" destOrd="0" presId="urn:microsoft.com/office/officeart/2018/2/layout/IconVerticalSolidList"/>
    <dgm:cxn modelId="{14522CAD-21E3-4D13-B075-85738D84AF43}" type="presParOf" srcId="{EC145862-1530-4703-A64A-A809CED74DE5}" destId="{6B7653EB-B1A5-4207-8F29-CEA77E015491}" srcOrd="5" destOrd="0" presId="urn:microsoft.com/office/officeart/2018/2/layout/IconVerticalSolidList"/>
    <dgm:cxn modelId="{F7B2D713-9A74-4DCA-992D-26BB2571FC8E}" type="presParOf" srcId="{EC145862-1530-4703-A64A-A809CED74DE5}" destId="{BA272D0C-36D9-4CD0-99DD-E3AA995B3F8A}" srcOrd="6" destOrd="0" presId="urn:microsoft.com/office/officeart/2018/2/layout/IconVerticalSolidList"/>
    <dgm:cxn modelId="{47D7904D-BEE3-4F67-9D0D-D773DC445C2C}" type="presParOf" srcId="{BA272D0C-36D9-4CD0-99DD-E3AA995B3F8A}" destId="{7D581D70-58E2-40C2-B983-F38F86913050}" srcOrd="0" destOrd="0" presId="urn:microsoft.com/office/officeart/2018/2/layout/IconVerticalSolidList"/>
    <dgm:cxn modelId="{B0425E7D-CCF7-49FB-B0ED-9FEB96E3364D}" type="presParOf" srcId="{BA272D0C-36D9-4CD0-99DD-E3AA995B3F8A}" destId="{2D8509DB-3616-4656-AAF9-978840A058C5}" srcOrd="1" destOrd="0" presId="urn:microsoft.com/office/officeart/2018/2/layout/IconVerticalSolidList"/>
    <dgm:cxn modelId="{53FB8550-82A8-4136-8838-CC9AAAFAA355}" type="presParOf" srcId="{BA272D0C-36D9-4CD0-99DD-E3AA995B3F8A}" destId="{7AFF60F4-4299-4276-8AC7-298E214C3352}" srcOrd="2" destOrd="0" presId="urn:microsoft.com/office/officeart/2018/2/layout/IconVerticalSolidList"/>
    <dgm:cxn modelId="{2955DAB9-A4ED-42B1-A07F-40BC9005DFD2}" type="presParOf" srcId="{BA272D0C-36D9-4CD0-99DD-E3AA995B3F8A}" destId="{9E7D0AF6-3810-422E-BDE1-979A08D8CCC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FEEF3-BCC5-4609-9F6B-AC92C286FD27}">
      <dsp:nvSpPr>
        <dsp:cNvPr id="0" name=""/>
        <dsp:cNvSpPr/>
      </dsp:nvSpPr>
      <dsp:spPr>
        <a:xfrm>
          <a:off x="554220" y="38835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FAED6-8055-45C3-B80A-59FEE81FC2CB}">
      <dsp:nvSpPr>
        <dsp:cNvPr id="0" name=""/>
        <dsp:cNvSpPr/>
      </dsp:nvSpPr>
      <dsp:spPr>
        <a:xfrm>
          <a:off x="59220" y="1563832"/>
          <a:ext cx="1800000" cy="125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Enfoque principalmente biológico y experimental.</a:t>
          </a:r>
          <a:endParaRPr lang="en-US" sz="1800" kern="1200"/>
        </a:p>
      </dsp:txBody>
      <dsp:txXfrm>
        <a:off x="59220" y="1563832"/>
        <a:ext cx="1800000" cy="1257714"/>
      </dsp:txXfrm>
    </dsp:sp>
    <dsp:sp modelId="{05B7E462-331D-4D8D-AB7B-6159F9F32E1B}">
      <dsp:nvSpPr>
        <dsp:cNvPr id="0" name=""/>
        <dsp:cNvSpPr/>
      </dsp:nvSpPr>
      <dsp:spPr>
        <a:xfrm>
          <a:off x="2669220" y="38835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0A41EE-DC58-4EB9-B79E-DA14AFA10E0B}">
      <dsp:nvSpPr>
        <dsp:cNvPr id="0" name=""/>
        <dsp:cNvSpPr/>
      </dsp:nvSpPr>
      <dsp:spPr>
        <a:xfrm>
          <a:off x="2174220" y="1563832"/>
          <a:ext cx="1800000" cy="125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Relaciones entre variables vistas como asociaciones.</a:t>
          </a:r>
          <a:endParaRPr lang="en-US" sz="1800" kern="1200"/>
        </a:p>
      </dsp:txBody>
      <dsp:txXfrm>
        <a:off x="2174220" y="1563832"/>
        <a:ext cx="1800000" cy="1257714"/>
      </dsp:txXfrm>
    </dsp:sp>
    <dsp:sp modelId="{6FF2D658-14D0-4F76-867A-5C784B8DBFF3}">
      <dsp:nvSpPr>
        <dsp:cNvPr id="0" name=""/>
        <dsp:cNvSpPr/>
      </dsp:nvSpPr>
      <dsp:spPr>
        <a:xfrm>
          <a:off x="4784220" y="38835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F7B0B8-9162-404C-8DCB-835B5E777037}">
      <dsp:nvSpPr>
        <dsp:cNvPr id="0" name=""/>
        <dsp:cNvSpPr/>
      </dsp:nvSpPr>
      <dsp:spPr>
        <a:xfrm>
          <a:off x="4289220" y="1563832"/>
          <a:ext cx="1800000" cy="125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No se consideraban formalmente variables de confusión.</a:t>
          </a:r>
          <a:endParaRPr lang="en-US" sz="1800" kern="1200"/>
        </a:p>
      </dsp:txBody>
      <dsp:txXfrm>
        <a:off x="4289220" y="1563832"/>
        <a:ext cx="1800000" cy="1257714"/>
      </dsp:txXfrm>
    </dsp:sp>
    <dsp:sp modelId="{BA52C1A3-225F-4768-950C-6E3E514DD7F9}">
      <dsp:nvSpPr>
        <dsp:cNvPr id="0" name=""/>
        <dsp:cNvSpPr/>
      </dsp:nvSpPr>
      <dsp:spPr>
        <a:xfrm>
          <a:off x="6899220" y="38835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4C955-E101-4617-99E2-D5668969EF0B}">
      <dsp:nvSpPr>
        <dsp:cNvPr id="0" name=""/>
        <dsp:cNvSpPr/>
      </dsp:nvSpPr>
      <dsp:spPr>
        <a:xfrm>
          <a:off x="6404220" y="1563832"/>
          <a:ext cx="1800000" cy="125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Análisis estadístico limitado.</a:t>
          </a:r>
          <a:endParaRPr lang="en-US" sz="1800" kern="1200"/>
        </a:p>
      </dsp:txBody>
      <dsp:txXfrm>
        <a:off x="6404220" y="1563832"/>
        <a:ext cx="1800000" cy="1257714"/>
      </dsp:txXfrm>
    </dsp:sp>
    <dsp:sp modelId="{6BD6B777-A259-4ECA-A1EE-B50FFB2C09E3}">
      <dsp:nvSpPr>
        <dsp:cNvPr id="0" name=""/>
        <dsp:cNvSpPr/>
      </dsp:nvSpPr>
      <dsp:spPr>
        <a:xfrm>
          <a:off x="9014220" y="388354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150D1-9CC1-45DD-8DBF-FDE13B36A255}">
      <dsp:nvSpPr>
        <dsp:cNvPr id="0" name=""/>
        <dsp:cNvSpPr/>
      </dsp:nvSpPr>
      <dsp:spPr>
        <a:xfrm>
          <a:off x="8519220" y="1563832"/>
          <a:ext cx="1800000" cy="1257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/>
            <a:t>Uso mínimo de herramientas reproducibles.</a:t>
          </a:r>
          <a:endParaRPr lang="en-US" sz="1800" kern="1200"/>
        </a:p>
      </dsp:txBody>
      <dsp:txXfrm>
        <a:off x="8519220" y="1563832"/>
        <a:ext cx="1800000" cy="12577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0D8E2-04D8-4F59-8902-DBBCD2BD27CA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950A3-7B20-4598-9A94-8BFA4EC2B185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3CBE8-08ED-413C-A192-8C5F56BC5D02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700" b="0" i="0" kern="1200" baseline="0"/>
            <a:t>Integrar modelos causales en ensayos de campo</a:t>
          </a:r>
          <a:endParaRPr lang="en-US" sz="1700" kern="1200"/>
        </a:p>
      </dsp:txBody>
      <dsp:txXfrm>
        <a:off x="75768" y="3053169"/>
        <a:ext cx="3093750" cy="720000"/>
      </dsp:txXfrm>
    </dsp:sp>
    <dsp:sp modelId="{4AAECF52-0658-43DA-9E25-CC8E8F7AF1B8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55E943-55A6-4CDF-89EC-C78AB08F496A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D34BAA-92B0-44C4-B91B-1531F8833F43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700" b="0" i="0" kern="1200" baseline="0"/>
            <a:t>Incorporar variables ambientales</a:t>
          </a:r>
          <a:endParaRPr lang="en-US" sz="1700" kern="1200"/>
        </a:p>
      </dsp:txBody>
      <dsp:txXfrm>
        <a:off x="3710925" y="3053169"/>
        <a:ext cx="3093750" cy="720000"/>
      </dsp:txXfrm>
    </dsp:sp>
    <dsp:sp modelId="{5265915B-7C5E-4F2B-BDAE-FA033B23F232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A7631A-0F29-497E-937C-967F7888C45F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9B118-80E9-4701-A917-15CAEEDAD4E2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MX" sz="1700" b="0" i="0" kern="1200" baseline="0"/>
            <a:t>Desarrollar estrategias sustentables de control fitosanitario</a:t>
          </a:r>
          <a:endParaRPr lang="en-US" sz="1700" kern="1200"/>
        </a:p>
      </dsp:txBody>
      <dsp:txXfrm>
        <a:off x="7346081" y="3053169"/>
        <a:ext cx="309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436C1-6950-4D9C-B695-C63E75E97814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C6731-502F-4CC7-96A9-C57798D587A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F6C44E-F902-440A-9EFC-5D11BE6DFEDA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b="0" i="0" kern="1200" baseline="0"/>
            <a:t>El análisis causal permite estructurar hipótesis biológicas complejas.</a:t>
          </a:r>
          <a:endParaRPr lang="en-US" sz="2200" kern="1200"/>
        </a:p>
      </dsp:txBody>
      <dsp:txXfrm>
        <a:off x="1339618" y="2288"/>
        <a:ext cx="5024605" cy="1159843"/>
      </dsp:txXfrm>
    </dsp:sp>
    <dsp:sp modelId="{777838A5-A6C6-4C6B-A28C-FB6A6E7102F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C20509-CD25-4ED1-A5FF-20344B97452E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9839F2-3576-467A-81D2-CBA3251E1C7F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b="0" i="0" kern="1200" baseline="0"/>
            <a:t>El uso de regresión mejora la interpretación cuantitativa.</a:t>
          </a:r>
          <a:endParaRPr lang="en-US" sz="2200" kern="1200"/>
        </a:p>
      </dsp:txBody>
      <dsp:txXfrm>
        <a:off x="1339618" y="1452092"/>
        <a:ext cx="5024605" cy="1159843"/>
      </dsp:txXfrm>
    </dsp:sp>
    <dsp:sp modelId="{C0B0A987-35C5-41C3-B940-DDA7E4591EF3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3A846D-622D-4479-BB7E-B25012FE9BC6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CB333-306B-4473-B149-B1E23DD89640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b="0" i="0" kern="1200" baseline="0"/>
            <a:t>R facilita análisis reproducibles.</a:t>
          </a:r>
          <a:endParaRPr lang="en-US" sz="2200" kern="1200"/>
        </a:p>
      </dsp:txBody>
      <dsp:txXfrm>
        <a:off x="1339618" y="2901896"/>
        <a:ext cx="5024605" cy="1159843"/>
      </dsp:txXfrm>
    </dsp:sp>
    <dsp:sp modelId="{7D581D70-58E2-40C2-B983-F38F86913050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509DB-3616-4656-AAF9-978840A058C5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7D0AF6-3810-422E-BDE1-979A08D8CCC9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b="0" i="0" kern="1200" baseline="0"/>
            <a:t>El curso transformó la forma de abordar el diseño experimental.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B6DBA3-9FCA-F2A8-B2F8-D282EC5CB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F08D60B-48E0-841E-FBA4-7A5F2052B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BD20A9-B78D-8777-A72F-C7D8CEE6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633E52-9E25-1A23-42C9-201933BF2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D99C8F-40B4-BBE5-6F91-8F31436F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05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DC2A1-DDED-6C43-E89B-E94B867C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A6647-1BCB-7827-51B3-576855F77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25F3DB-D78C-BA1C-DE5B-587986DA5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41B00B-2688-B210-63E7-8974E72D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AEBFB2-6A00-2178-B2C1-9F27BC96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5624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3560A-7C08-2763-9CA0-84D819081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D8E6BD-E3A4-A617-96F7-7F37A3F56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717363-766A-58D7-0FA6-ADC0F3F5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A56C1C-E880-570E-5BD1-75AF87692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6BCF7E-0966-210E-D299-D22DE5DA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36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AEE05-3A9B-BED6-E8B2-CEED0F44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C9C642-CBDF-61D0-6431-14934401FD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2E6A6A-1C1F-057B-DDA6-0BB856DB2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6DC40D-867A-485D-CE2E-5A8DFB275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61F9CD7-B975-FEC5-133B-9BB18E7D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7364F0-2CA5-F86E-82EF-23EC8022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791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93286-8E37-C328-535E-2A94C003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25B6B4-9F2E-2FB6-652C-103E46893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282FAC-04BC-DB07-FC19-E49FB8E6E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92687A-9E10-92FA-8532-00207CD6A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C5F4BF5-999E-C420-D8A2-E8CF769538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C31705F-66C0-9E65-3376-E4F1224C2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FC45DA8-C5F4-5D4F-1C5B-B416E180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E8EBC84-25C6-47E3-9C1C-8217243C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462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82101-EA5A-4B99-83D4-8A3ECF3A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94349D-67B9-D0BD-5B1C-DE084A17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48C2F0-CAA4-4F84-FEB0-580C508B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FBF9EC-2F93-8008-DD2E-6B670949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1AED13-F5D5-9F5D-35C8-BD810236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FADC77-8136-D069-1D11-787BCEC5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33FFFD-3E44-18AD-B34C-71CDD7D4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2073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60B3A-FAA2-304C-7CB3-ADD77FC0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4E03DF-0473-87AC-3441-3696AEC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8927C2-238B-2422-9FA9-C1B7D736A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B4FA7C-5A99-1E6E-8151-5A632094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240C84-F273-8DFB-AE9B-CA499028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93D7FF-9ED3-AF03-26DB-59C7121B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488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81352-3E8A-9146-103E-4CCF00A9F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63D29C-8B17-517C-A7AA-553C8174B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0BF8B1-CA84-F968-0B0B-A5BBAA823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D71BAC-0479-A0DE-DC75-0DAEF051E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38428C6-AC1C-DC2C-BFB6-0CEB3F76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0DF5E4-153B-DA99-A6ED-C7E1171A4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5249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F2EE1-38A7-FB44-8AEB-B828EDB2D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5B3C127-09E2-80D6-198C-A34C5673B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2031A9-BD60-D8C1-7F74-9B383C17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39EEDF-E82B-3838-EA47-794A3BC99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E40E93-E9A1-230A-BE5C-A33CA3DC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800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570785-2729-0890-5F14-7EE1BB699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A22E0F-4673-11F5-E500-A08C60CDB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EC3EBE-8E12-9E55-7A7F-858CA63B8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FA6F1-FFBB-EA8C-76D3-F1FB25FA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2ADC58-4213-7056-85B4-C178A1981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867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1AC2D56-3A49-5640-FB4B-E467C3EC5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B18E0E-E80C-6B9B-0218-10369A095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CCFBD80-01A5-1BA6-7EA7-ACEAD0F0E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436EF-E7E7-4DC0-97CF-D0F44761F925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66BE14-1AAA-D23A-392F-5C1A6F86FF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38E814-3A78-1D15-34C1-5C85DF4A7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CBF4D-CF27-4E72-ABBA-C46816DE3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724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Rectangle 1056">
            <a:extLst>
              <a:ext uri="{FF2B5EF4-FFF2-40B4-BE49-F238E27FC236}">
                <a16:creationId xmlns:a16="http://schemas.microsoft.com/office/drawing/2014/main" id="{D1520B01-A2E4-41C2-8A8F-7683F2508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6296CB-F990-5C61-C458-EA42D287C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8383" y="2304287"/>
            <a:ext cx="4148797" cy="1286025"/>
          </a:xfrm>
        </p:spPr>
        <p:txBody>
          <a:bodyPr>
            <a:noAutofit/>
          </a:bodyPr>
          <a:lstStyle/>
          <a:p>
            <a:br>
              <a:rPr lang="es-ES" sz="2800" i="1" dirty="0">
                <a:solidFill>
                  <a:schemeClr val="bg1"/>
                </a:solidFill>
              </a:rPr>
            </a:br>
            <a:r>
              <a:rPr lang="es-ES" sz="2800" dirty="0">
                <a:solidFill>
                  <a:schemeClr val="bg1"/>
                </a:solidFill>
              </a:rPr>
              <a:t>Elicitores de origen fúngico como potenciadores metabólicos en </a:t>
            </a:r>
            <a:r>
              <a:rPr lang="es-ES" sz="2800" i="1" dirty="0">
                <a:solidFill>
                  <a:schemeClr val="bg1"/>
                </a:solidFill>
              </a:rPr>
              <a:t>Piper aduncum</a:t>
            </a:r>
            <a:r>
              <a:rPr lang="es-ES" sz="2800" dirty="0">
                <a:solidFill>
                  <a:schemeClr val="bg1"/>
                </a:solidFill>
              </a:rPr>
              <a:t> para el control de la fusariosis en </a:t>
            </a:r>
            <a:r>
              <a:rPr lang="es-ES" sz="2800" i="1" dirty="0">
                <a:solidFill>
                  <a:schemeClr val="bg1"/>
                </a:solidFill>
              </a:rPr>
              <a:t>Vanilla planifolia</a:t>
            </a:r>
            <a:endParaRPr lang="es-MX" sz="2800" i="1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CF145F-C4DE-4F43-8204-8B280B550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513" y="4337072"/>
            <a:ext cx="3506264" cy="1671616"/>
          </a:xfrm>
        </p:spPr>
        <p:txBody>
          <a:bodyPr>
            <a:normAutofit/>
          </a:bodyPr>
          <a:lstStyle/>
          <a:p>
            <a:r>
              <a:rPr lang="es-ES" sz="2200" dirty="0">
                <a:solidFill>
                  <a:schemeClr val="bg1"/>
                </a:solidFill>
              </a:rPr>
              <a:t>Andrés Del Moral Hernández</a:t>
            </a:r>
            <a:br>
              <a:rPr lang="es-ES" sz="2200" dirty="0">
                <a:solidFill>
                  <a:schemeClr val="bg1"/>
                </a:solidFill>
              </a:rPr>
            </a:br>
            <a:r>
              <a:rPr lang="es-ES" sz="2200" dirty="0">
                <a:solidFill>
                  <a:schemeClr val="bg1"/>
                </a:solidFill>
              </a:rPr>
              <a:t>Doctorado en Ciencias Agrícolas y Forestales</a:t>
            </a:r>
            <a:br>
              <a:rPr lang="es-ES" sz="2200" dirty="0">
                <a:solidFill>
                  <a:schemeClr val="bg1"/>
                </a:solidFill>
              </a:rPr>
            </a:br>
            <a:r>
              <a:rPr lang="es-ES" sz="2200" dirty="0">
                <a:solidFill>
                  <a:schemeClr val="bg1"/>
                </a:solidFill>
              </a:rPr>
              <a:t>Universidad Veracruzana</a:t>
            </a:r>
            <a:endParaRPr lang="es-MX" sz="2200" dirty="0">
              <a:solidFill>
                <a:schemeClr val="bg1"/>
              </a:solidFill>
            </a:endParaRPr>
          </a:p>
        </p:txBody>
      </p:sp>
      <p:grpSp>
        <p:nvGrpSpPr>
          <p:cNvPr id="1066" name="Group 1058">
            <a:extLst>
              <a:ext uri="{FF2B5EF4-FFF2-40B4-BE49-F238E27FC236}">
                <a16:creationId xmlns:a16="http://schemas.microsoft.com/office/drawing/2014/main" id="{1F634C0A-A487-42AF-8DFD-4DAD62FE9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7412B137-E115-42F2-8CF9-67E40B5D2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0779E94B-3A8C-4695-9DA1-2EDEFB170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Vanilla planifolia | Floresyplantas.net">
            <a:extLst>
              <a:ext uri="{FF2B5EF4-FFF2-40B4-BE49-F238E27FC236}">
                <a16:creationId xmlns:a16="http://schemas.microsoft.com/office/drawing/2014/main" id="{9FD5C706-1104-EE3E-4624-74B425C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1" r="39270" b="2"/>
          <a:stretch>
            <a:fillRect/>
          </a:stretch>
        </p:blipFill>
        <p:spPr bwMode="auto">
          <a:xfrm>
            <a:off x="20" y="10"/>
            <a:ext cx="3910064" cy="6857990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0" y="0"/>
                </a:moveTo>
                <a:lnTo>
                  <a:pt x="2996382" y="0"/>
                </a:lnTo>
                <a:lnTo>
                  <a:pt x="3563333" y="1750276"/>
                </a:lnTo>
                <a:lnTo>
                  <a:pt x="3910084" y="6054385"/>
                </a:lnTo>
                <a:lnTo>
                  <a:pt x="3791309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3" name="Group 1062">
            <a:extLst>
              <a:ext uri="{FF2B5EF4-FFF2-40B4-BE49-F238E27FC236}">
                <a16:creationId xmlns:a16="http://schemas.microsoft.com/office/drawing/2014/main" id="{066EE5A2-0D35-4D6A-A5C7-1CA91F74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48589" y="0"/>
            <a:ext cx="1339053" cy="6858000"/>
            <a:chOff x="2661507" y="0"/>
            <a:chExt cx="1339053" cy="6858000"/>
          </a:xfrm>
        </p:grpSpPr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4DFBB771-C61C-4F38-ABBB-98A2D8476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A2432BD6-3DCC-4397-BD7F-3FE84F3210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56AA1647-0DA6-4A17-B3E1-95D61BD54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60" y="0"/>
            <a:ext cx="4087640" cy="6858000"/>
            <a:chOff x="1" y="0"/>
            <a:chExt cx="4087640" cy="6858000"/>
          </a:xfrm>
          <a:effectLst>
            <a:outerShdw blurRad="381000" dist="152400" algn="ctr" rotWithShape="0">
              <a:srgbClr val="000000">
                <a:alpha val="10000"/>
              </a:srgbClr>
            </a:outerShdw>
          </a:effectLst>
        </p:grpSpPr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1F1D8352-2F00-4057-8781-E455C455B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0"/>
              <a:ext cx="3986041" cy="6858000"/>
            </a:xfrm>
            <a:custGeom>
              <a:avLst/>
              <a:gdLst>
                <a:gd name="connsiteX0" fmla="*/ 0 w 3986041"/>
                <a:gd name="connsiteY0" fmla="*/ 0 h 6858000"/>
                <a:gd name="connsiteX1" fmla="*/ 3066495 w 3986041"/>
                <a:gd name="connsiteY1" fmla="*/ 0 h 6858000"/>
                <a:gd name="connsiteX2" fmla="*/ 3427241 w 3986041"/>
                <a:gd name="connsiteY2" fmla="*/ 1211943 h 6858000"/>
                <a:gd name="connsiteX3" fmla="*/ 3986041 w 3986041"/>
                <a:gd name="connsiteY3" fmla="*/ 4122057 h 6858000"/>
                <a:gd name="connsiteX4" fmla="*/ 3751724 w 3986041"/>
                <a:gd name="connsiteY4" fmla="*/ 6858000 h 6858000"/>
                <a:gd name="connsiteX5" fmla="*/ 0 w 3986041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6041" h="6858000">
                  <a:moveTo>
                    <a:pt x="0" y="0"/>
                  </a:moveTo>
                  <a:lnTo>
                    <a:pt x="3066495" y="0"/>
                  </a:lnTo>
                  <a:lnTo>
                    <a:pt x="3427241" y="1211943"/>
                  </a:lnTo>
                  <a:lnTo>
                    <a:pt x="3986041" y="4122057"/>
                  </a:lnTo>
                  <a:lnTo>
                    <a:pt x="3751724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3BE70D92-7E07-4A6F-BD82-729F71C268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8588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028" name="Picture 4" descr="Piper aduncum | Fotos de Campo | The Field Museum">
            <a:extLst>
              <a:ext uri="{FF2B5EF4-FFF2-40B4-BE49-F238E27FC236}">
                <a16:creationId xmlns:a16="http://schemas.microsoft.com/office/drawing/2014/main" id="{BC003097-CAD4-824E-29A4-5BC397531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71" r="8313"/>
          <a:stretch>
            <a:fillRect/>
          </a:stretch>
        </p:blipFill>
        <p:spPr bwMode="auto">
          <a:xfrm>
            <a:off x="8281916" y="1"/>
            <a:ext cx="3910084" cy="6858000"/>
          </a:xfrm>
          <a:custGeom>
            <a:avLst/>
            <a:gdLst/>
            <a:ahLst/>
            <a:cxnLst/>
            <a:rect l="l" t="t" r="r" b="b"/>
            <a:pathLst>
              <a:path w="3910084" h="6858000">
                <a:moveTo>
                  <a:pt x="118775" y="0"/>
                </a:moveTo>
                <a:lnTo>
                  <a:pt x="3910084" y="0"/>
                </a:lnTo>
                <a:lnTo>
                  <a:pt x="3910084" y="6858000"/>
                </a:lnTo>
                <a:lnTo>
                  <a:pt x="913702" y="6858000"/>
                </a:lnTo>
                <a:lnTo>
                  <a:pt x="346751" y="5107724"/>
                </a:lnTo>
                <a:lnTo>
                  <a:pt x="0" y="80361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08D20F07-CD49-4F17-BC00-9429DA80C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8104359" y="-2"/>
            <a:ext cx="1339053" cy="6858000"/>
            <a:chOff x="2661507" y="0"/>
            <a:chExt cx="1339053" cy="6858000"/>
          </a:xfr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grpSpPr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11F66703-4D0D-42DF-8150-991FE9F8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E96840F9-95E6-4C98-BFE4-21B595423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61507" y="0"/>
              <a:ext cx="1339053" cy="6858000"/>
            </a:xfrm>
            <a:custGeom>
              <a:avLst/>
              <a:gdLst>
                <a:gd name="connsiteX0" fmla="*/ 850532 w 1339053"/>
                <a:gd name="connsiteY0" fmla="*/ 3481838 h 6858000"/>
                <a:gd name="connsiteX1" fmla="*/ 877027 w 1339053"/>
                <a:gd name="connsiteY1" fmla="*/ 3490955 h 6858000"/>
                <a:gd name="connsiteX2" fmla="*/ 922718 w 1339053"/>
                <a:gd name="connsiteY2" fmla="*/ 3516472 h 6858000"/>
                <a:gd name="connsiteX3" fmla="*/ 1094179 w 1339053"/>
                <a:gd name="connsiteY3" fmla="*/ 3567567 h 6858000"/>
                <a:gd name="connsiteX4" fmla="*/ 1118891 w 1339053"/>
                <a:gd name="connsiteY4" fmla="*/ 3568331 h 6858000"/>
                <a:gd name="connsiteX5" fmla="*/ 1295961 w 1339053"/>
                <a:gd name="connsiteY5" fmla="*/ 3584709 h 6858000"/>
                <a:gd name="connsiteX6" fmla="*/ 1308070 w 1339053"/>
                <a:gd name="connsiteY6" fmla="*/ 3585183 h 6858000"/>
                <a:gd name="connsiteX7" fmla="*/ 1325263 w 1339053"/>
                <a:gd name="connsiteY7" fmla="*/ 3705453 h 6858000"/>
                <a:gd name="connsiteX8" fmla="*/ 1334107 w 1339053"/>
                <a:gd name="connsiteY8" fmla="*/ 3772268 h 6858000"/>
                <a:gd name="connsiteX9" fmla="*/ 1338203 w 1339053"/>
                <a:gd name="connsiteY9" fmla="*/ 3831076 h 6858000"/>
                <a:gd name="connsiteX10" fmla="*/ 1338805 w 1339053"/>
                <a:gd name="connsiteY10" fmla="*/ 3839709 h 6858000"/>
                <a:gd name="connsiteX11" fmla="*/ 1335635 w 1339053"/>
                <a:gd name="connsiteY11" fmla="*/ 4118635 h 6858000"/>
                <a:gd name="connsiteX12" fmla="*/ 1337171 w 1339053"/>
                <a:gd name="connsiteY12" fmla="*/ 4209403 h 6858000"/>
                <a:gd name="connsiteX13" fmla="*/ 1325840 w 1339053"/>
                <a:gd name="connsiteY13" fmla="*/ 4309174 h 6858000"/>
                <a:gd name="connsiteX14" fmla="*/ 1321122 w 1339053"/>
                <a:gd name="connsiteY14" fmla="*/ 4473630 h 6858000"/>
                <a:gd name="connsiteX15" fmla="*/ 1302196 w 1339053"/>
                <a:gd name="connsiteY15" fmla="*/ 4791709 h 6858000"/>
                <a:gd name="connsiteX16" fmla="*/ 1293239 w 1339053"/>
                <a:gd name="connsiteY16" fmla="*/ 4860048 h 6858000"/>
                <a:gd name="connsiteX17" fmla="*/ 1288829 w 1339053"/>
                <a:gd name="connsiteY17" fmla="*/ 5039837 h 6858000"/>
                <a:gd name="connsiteX18" fmla="*/ 1289584 w 1339053"/>
                <a:gd name="connsiteY18" fmla="*/ 5148703 h 6858000"/>
                <a:gd name="connsiteX19" fmla="*/ 1282205 w 1339053"/>
                <a:gd name="connsiteY19" fmla="*/ 5236435 h 6858000"/>
                <a:gd name="connsiteX20" fmla="*/ 1268145 w 1339053"/>
                <a:gd name="connsiteY20" fmla="*/ 5311662 h 6858000"/>
                <a:gd name="connsiteX21" fmla="*/ 1250547 w 1339053"/>
                <a:gd name="connsiteY21" fmla="*/ 5515595 h 6858000"/>
                <a:gd name="connsiteX22" fmla="*/ 1243323 w 1339053"/>
                <a:gd name="connsiteY22" fmla="*/ 5596885 h 6858000"/>
                <a:gd name="connsiteX23" fmla="*/ 1238303 w 1339053"/>
                <a:gd name="connsiteY23" fmla="*/ 5812036 h 6858000"/>
                <a:gd name="connsiteX24" fmla="*/ 1223551 w 1339053"/>
                <a:gd name="connsiteY24" fmla="*/ 5991171 h 6858000"/>
                <a:gd name="connsiteX25" fmla="*/ 1219699 w 1339053"/>
                <a:gd name="connsiteY25" fmla="*/ 6066726 h 6858000"/>
                <a:gd name="connsiteX26" fmla="*/ 1199935 w 1339053"/>
                <a:gd name="connsiteY26" fmla="*/ 6236130 h 6858000"/>
                <a:gd name="connsiteX27" fmla="*/ 1192857 w 1339053"/>
                <a:gd name="connsiteY27" fmla="*/ 6333267 h 6858000"/>
                <a:gd name="connsiteX28" fmla="*/ 1148174 w 1339053"/>
                <a:gd name="connsiteY28" fmla="*/ 6561849 h 6858000"/>
                <a:gd name="connsiteX29" fmla="*/ 1100424 w 1339053"/>
                <a:gd name="connsiteY29" fmla="*/ 6797385 h 6858000"/>
                <a:gd name="connsiteX30" fmla="*/ 1085621 w 1339053"/>
                <a:gd name="connsiteY30" fmla="*/ 6858000 h 6858000"/>
                <a:gd name="connsiteX31" fmla="*/ 932341 w 1339053"/>
                <a:gd name="connsiteY31" fmla="*/ 6858000 h 6858000"/>
                <a:gd name="connsiteX32" fmla="*/ 944496 w 1339053"/>
                <a:gd name="connsiteY32" fmla="*/ 6829656 h 6858000"/>
                <a:gd name="connsiteX33" fmla="*/ 913239 w 1339053"/>
                <a:gd name="connsiteY33" fmla="*/ 6720119 h 6858000"/>
                <a:gd name="connsiteX34" fmla="*/ 870682 w 1339053"/>
                <a:gd name="connsiteY34" fmla="*/ 6655346 h 6858000"/>
                <a:gd name="connsiteX35" fmla="*/ 846442 w 1339053"/>
                <a:gd name="connsiteY35" fmla="*/ 6498594 h 6858000"/>
                <a:gd name="connsiteX36" fmla="*/ 881150 w 1339053"/>
                <a:gd name="connsiteY36" fmla="*/ 6473756 h 6858000"/>
                <a:gd name="connsiteX37" fmla="*/ 922470 w 1339053"/>
                <a:gd name="connsiteY37" fmla="*/ 6377035 h 6858000"/>
                <a:gd name="connsiteX38" fmla="*/ 955039 w 1339053"/>
                <a:gd name="connsiteY38" fmla="*/ 6268585 h 6858000"/>
                <a:gd name="connsiteX39" fmla="*/ 1024350 w 1339053"/>
                <a:gd name="connsiteY39" fmla="*/ 6083443 h 6858000"/>
                <a:gd name="connsiteX40" fmla="*/ 999696 w 1339053"/>
                <a:gd name="connsiteY40" fmla="*/ 5938416 h 6858000"/>
                <a:gd name="connsiteX41" fmla="*/ 988342 w 1339053"/>
                <a:gd name="connsiteY41" fmla="*/ 5882426 h 6858000"/>
                <a:gd name="connsiteX42" fmla="*/ 985444 w 1339053"/>
                <a:gd name="connsiteY42" fmla="*/ 5832438 h 6858000"/>
                <a:gd name="connsiteX43" fmla="*/ 992016 w 1339053"/>
                <a:gd name="connsiteY43" fmla="*/ 5777751 h 6858000"/>
                <a:gd name="connsiteX44" fmla="*/ 995028 w 1339053"/>
                <a:gd name="connsiteY44" fmla="*/ 5641832 h 6858000"/>
                <a:gd name="connsiteX45" fmla="*/ 981247 w 1339053"/>
                <a:gd name="connsiteY45" fmla="*/ 5562522 h 6858000"/>
                <a:gd name="connsiteX46" fmla="*/ 995131 w 1339053"/>
                <a:gd name="connsiteY46" fmla="*/ 5398075 h 6858000"/>
                <a:gd name="connsiteX47" fmla="*/ 997379 w 1339053"/>
                <a:gd name="connsiteY47" fmla="*/ 5283928 h 6858000"/>
                <a:gd name="connsiteX48" fmla="*/ 979617 w 1339053"/>
                <a:gd name="connsiteY48" fmla="*/ 5157396 h 6858000"/>
                <a:gd name="connsiteX49" fmla="*/ 976441 w 1339053"/>
                <a:gd name="connsiteY49" fmla="*/ 5139485 h 6858000"/>
                <a:gd name="connsiteX50" fmla="*/ 953793 w 1339053"/>
                <a:gd name="connsiteY50" fmla="*/ 5091862 h 6858000"/>
                <a:gd name="connsiteX51" fmla="*/ 853056 w 1339053"/>
                <a:gd name="connsiteY51" fmla="*/ 5001787 h 6858000"/>
                <a:gd name="connsiteX52" fmla="*/ 833979 w 1339053"/>
                <a:gd name="connsiteY52" fmla="*/ 4978966 h 6858000"/>
                <a:gd name="connsiteX53" fmla="*/ 796995 w 1339053"/>
                <a:gd name="connsiteY53" fmla="*/ 4813768 h 6858000"/>
                <a:gd name="connsiteX54" fmla="*/ 820590 w 1339053"/>
                <a:gd name="connsiteY54" fmla="*/ 4764057 h 6858000"/>
                <a:gd name="connsiteX55" fmla="*/ 864688 w 1339053"/>
                <a:gd name="connsiteY55" fmla="*/ 4714752 h 6858000"/>
                <a:gd name="connsiteX56" fmla="*/ 910485 w 1339053"/>
                <a:gd name="connsiteY56" fmla="*/ 4590911 h 6858000"/>
                <a:gd name="connsiteX57" fmla="*/ 911445 w 1339053"/>
                <a:gd name="connsiteY57" fmla="*/ 4539571 h 6858000"/>
                <a:gd name="connsiteX58" fmla="*/ 900285 w 1339053"/>
                <a:gd name="connsiteY58" fmla="*/ 4445837 h 6858000"/>
                <a:gd name="connsiteX59" fmla="*/ 863237 w 1339053"/>
                <a:gd name="connsiteY59" fmla="*/ 4364703 h 6858000"/>
                <a:gd name="connsiteX60" fmla="*/ 798070 w 1339053"/>
                <a:gd name="connsiteY60" fmla="*/ 4243284 h 6858000"/>
                <a:gd name="connsiteX61" fmla="*/ 817097 w 1339053"/>
                <a:gd name="connsiteY61" fmla="*/ 4054750 h 6858000"/>
                <a:gd name="connsiteX62" fmla="*/ 826251 w 1339053"/>
                <a:gd name="connsiteY62" fmla="*/ 3982801 h 6858000"/>
                <a:gd name="connsiteX63" fmla="*/ 836848 w 1339053"/>
                <a:gd name="connsiteY63" fmla="*/ 3784939 h 6858000"/>
                <a:gd name="connsiteX64" fmla="*/ 841285 w 1339053"/>
                <a:gd name="connsiteY64" fmla="*/ 3766755 h 6858000"/>
                <a:gd name="connsiteX65" fmla="*/ 841284 w 1339053"/>
                <a:gd name="connsiteY65" fmla="*/ 3766755 h 6858000"/>
                <a:gd name="connsiteX66" fmla="*/ 852925 w 1339053"/>
                <a:gd name="connsiteY66" fmla="*/ 3719034 h 6858000"/>
                <a:gd name="connsiteX67" fmla="*/ 857932 w 1339053"/>
                <a:gd name="connsiteY67" fmla="*/ 3696880 h 6858000"/>
                <a:gd name="connsiteX68" fmla="*/ 853534 w 1339053"/>
                <a:gd name="connsiteY68" fmla="*/ 3507036 h 6858000"/>
                <a:gd name="connsiteX69" fmla="*/ 850226 w 1339053"/>
                <a:gd name="connsiteY69" fmla="*/ 3485839 h 6858000"/>
                <a:gd name="connsiteX70" fmla="*/ 0 w 1339053"/>
                <a:gd name="connsiteY70" fmla="*/ 0 h 6858000"/>
                <a:gd name="connsiteX71" fmla="*/ 455609 w 1339053"/>
                <a:gd name="connsiteY71" fmla="*/ 0 h 6858000"/>
                <a:gd name="connsiteX72" fmla="*/ 459171 w 1339053"/>
                <a:gd name="connsiteY72" fmla="*/ 72395 h 6858000"/>
                <a:gd name="connsiteX73" fmla="*/ 460041 w 1339053"/>
                <a:gd name="connsiteY73" fmla="*/ 131917 h 6858000"/>
                <a:gd name="connsiteX74" fmla="*/ 504421 w 1339053"/>
                <a:gd name="connsiteY74" fmla="*/ 389691 h 6858000"/>
                <a:gd name="connsiteX75" fmla="*/ 582097 w 1339053"/>
                <a:gd name="connsiteY75" fmla="*/ 634609 h 6858000"/>
                <a:gd name="connsiteX76" fmla="*/ 702468 w 1339053"/>
                <a:gd name="connsiteY76" fmla="*/ 834019 h 6858000"/>
                <a:gd name="connsiteX77" fmla="*/ 729203 w 1339053"/>
                <a:gd name="connsiteY77" fmla="*/ 887701 h 6858000"/>
                <a:gd name="connsiteX78" fmla="*/ 743787 w 1339053"/>
                <a:gd name="connsiteY78" fmla="*/ 1016355 h 6858000"/>
                <a:gd name="connsiteX79" fmla="*/ 750083 w 1339053"/>
                <a:gd name="connsiteY79" fmla="*/ 1128060 h 6858000"/>
                <a:gd name="connsiteX80" fmla="*/ 768866 w 1339053"/>
                <a:gd name="connsiteY80" fmla="*/ 1213431 h 6858000"/>
                <a:gd name="connsiteX81" fmla="*/ 787802 w 1339053"/>
                <a:gd name="connsiteY81" fmla="*/ 1286432 h 6858000"/>
                <a:gd name="connsiteX82" fmla="*/ 842837 w 1339053"/>
                <a:gd name="connsiteY82" fmla="*/ 1455511 h 6858000"/>
                <a:gd name="connsiteX83" fmla="*/ 877988 w 1339053"/>
                <a:gd name="connsiteY83" fmla="*/ 1634814 h 6858000"/>
                <a:gd name="connsiteX84" fmla="*/ 941063 w 1339053"/>
                <a:gd name="connsiteY84" fmla="*/ 1789731 h 6858000"/>
                <a:gd name="connsiteX85" fmla="*/ 980124 w 1339053"/>
                <a:gd name="connsiteY85" fmla="*/ 1857657 h 6858000"/>
                <a:gd name="connsiteX86" fmla="*/ 984484 w 1339053"/>
                <a:gd name="connsiteY86" fmla="*/ 1976384 h 6858000"/>
                <a:gd name="connsiteX87" fmla="*/ 1007189 w 1339053"/>
                <a:gd name="connsiteY87" fmla="*/ 2110650 h 6858000"/>
                <a:gd name="connsiteX88" fmla="*/ 1039893 w 1339053"/>
                <a:gd name="connsiteY88" fmla="*/ 2211041 h 6858000"/>
                <a:gd name="connsiteX89" fmla="*/ 1059162 w 1339053"/>
                <a:gd name="connsiteY89" fmla="*/ 2286682 h 6858000"/>
                <a:gd name="connsiteX90" fmla="*/ 1070522 w 1339053"/>
                <a:gd name="connsiteY90" fmla="*/ 2388667 h 6858000"/>
                <a:gd name="connsiteX91" fmla="*/ 1093939 w 1339053"/>
                <a:gd name="connsiteY91" fmla="*/ 2494653 h 6858000"/>
                <a:gd name="connsiteX92" fmla="*/ 1112007 w 1339053"/>
                <a:gd name="connsiteY92" fmla="*/ 2548197 h 6858000"/>
                <a:gd name="connsiteX93" fmla="*/ 1138346 w 1339053"/>
                <a:gd name="connsiteY93" fmla="*/ 2649163 h 6858000"/>
                <a:gd name="connsiteX94" fmla="*/ 1160337 w 1339053"/>
                <a:gd name="connsiteY94" fmla="*/ 2751608 h 6858000"/>
                <a:gd name="connsiteX95" fmla="*/ 1165737 w 1339053"/>
                <a:gd name="connsiteY95" fmla="*/ 2933012 h 6858000"/>
                <a:gd name="connsiteX96" fmla="*/ 1202029 w 1339053"/>
                <a:gd name="connsiteY96" fmla="*/ 3107873 h 6858000"/>
                <a:gd name="connsiteX97" fmla="*/ 1225692 w 1339053"/>
                <a:gd name="connsiteY97" fmla="*/ 3244974 h 6858000"/>
                <a:gd name="connsiteX98" fmla="*/ 1243916 w 1339053"/>
                <a:gd name="connsiteY98" fmla="*/ 3326221 h 6858000"/>
                <a:gd name="connsiteX99" fmla="*/ 1293067 w 1339053"/>
                <a:gd name="connsiteY99" fmla="*/ 3480219 h 6858000"/>
                <a:gd name="connsiteX100" fmla="*/ 1308071 w 1339053"/>
                <a:gd name="connsiteY100" fmla="*/ 3585182 h 6858000"/>
                <a:gd name="connsiteX101" fmla="*/ 1295962 w 1339053"/>
                <a:gd name="connsiteY101" fmla="*/ 3584708 h 6858000"/>
                <a:gd name="connsiteX102" fmla="*/ 1118893 w 1339053"/>
                <a:gd name="connsiteY102" fmla="*/ 3568330 h 6858000"/>
                <a:gd name="connsiteX103" fmla="*/ 1094179 w 1339053"/>
                <a:gd name="connsiteY103" fmla="*/ 3567566 h 6858000"/>
                <a:gd name="connsiteX104" fmla="*/ 922719 w 1339053"/>
                <a:gd name="connsiteY104" fmla="*/ 3516472 h 6858000"/>
                <a:gd name="connsiteX105" fmla="*/ 877028 w 1339053"/>
                <a:gd name="connsiteY105" fmla="*/ 3490955 h 6858000"/>
                <a:gd name="connsiteX106" fmla="*/ 850533 w 1339053"/>
                <a:gd name="connsiteY106" fmla="*/ 3481837 h 6858000"/>
                <a:gd name="connsiteX107" fmla="*/ 852113 w 1339053"/>
                <a:gd name="connsiteY107" fmla="*/ 3461170 h 6858000"/>
                <a:gd name="connsiteX108" fmla="*/ 831383 w 1339053"/>
                <a:gd name="connsiteY108" fmla="*/ 3399179 h 6858000"/>
                <a:gd name="connsiteX109" fmla="*/ 743141 w 1339053"/>
                <a:gd name="connsiteY109" fmla="*/ 3320580 h 6858000"/>
                <a:gd name="connsiteX110" fmla="*/ 713221 w 1339053"/>
                <a:gd name="connsiteY110" fmla="*/ 3251241 h 6858000"/>
                <a:gd name="connsiteX111" fmla="*/ 697098 w 1339053"/>
                <a:gd name="connsiteY111" fmla="*/ 3202528 h 6858000"/>
                <a:gd name="connsiteX112" fmla="*/ 664820 w 1339053"/>
                <a:gd name="connsiteY112" fmla="*/ 3154190 h 6858000"/>
                <a:gd name="connsiteX113" fmla="*/ 572501 w 1339053"/>
                <a:gd name="connsiteY113" fmla="*/ 3087312 h 6858000"/>
                <a:gd name="connsiteX114" fmla="*/ 497703 w 1339053"/>
                <a:gd name="connsiteY114" fmla="*/ 3005243 h 6858000"/>
                <a:gd name="connsiteX115" fmla="*/ 476984 w 1339053"/>
                <a:gd name="connsiteY115" fmla="*/ 2892751 h 6858000"/>
                <a:gd name="connsiteX116" fmla="*/ 468947 w 1339053"/>
                <a:gd name="connsiteY116" fmla="*/ 2824527 h 6858000"/>
                <a:gd name="connsiteX117" fmla="*/ 569138 w 1339053"/>
                <a:gd name="connsiteY117" fmla="*/ 2595026 h 6858000"/>
                <a:gd name="connsiteX118" fmla="*/ 645397 w 1339053"/>
                <a:gd name="connsiteY118" fmla="*/ 2440808 h 6858000"/>
                <a:gd name="connsiteX119" fmla="*/ 651820 w 1339053"/>
                <a:gd name="connsiteY119" fmla="*/ 2384384 h 6858000"/>
                <a:gd name="connsiteX120" fmla="*/ 612994 w 1339053"/>
                <a:gd name="connsiteY120" fmla="*/ 2207332 h 6858000"/>
                <a:gd name="connsiteX121" fmla="*/ 620894 w 1339053"/>
                <a:gd name="connsiteY121" fmla="*/ 2046679 h 6858000"/>
                <a:gd name="connsiteX122" fmla="*/ 644614 w 1339053"/>
                <a:gd name="connsiteY122" fmla="*/ 1931265 h 6858000"/>
                <a:gd name="connsiteX123" fmla="*/ 665994 w 1339053"/>
                <a:gd name="connsiteY123" fmla="*/ 1832337 h 6858000"/>
                <a:gd name="connsiteX124" fmla="*/ 678276 w 1339053"/>
                <a:gd name="connsiteY124" fmla="*/ 1709437 h 6858000"/>
                <a:gd name="connsiteX125" fmla="*/ 672955 w 1339053"/>
                <a:gd name="connsiteY125" fmla="*/ 1636123 h 6858000"/>
                <a:gd name="connsiteX126" fmla="*/ 668480 w 1339053"/>
                <a:gd name="connsiteY126" fmla="*/ 1520749 h 6858000"/>
                <a:gd name="connsiteX127" fmla="*/ 653920 w 1339053"/>
                <a:gd name="connsiteY127" fmla="*/ 1399437 h 6858000"/>
                <a:gd name="connsiteX128" fmla="*/ 612686 w 1339053"/>
                <a:gd name="connsiteY128" fmla="*/ 1296979 h 6858000"/>
                <a:gd name="connsiteX129" fmla="*/ 570220 w 1339053"/>
                <a:gd name="connsiteY129" fmla="*/ 1235618 h 6858000"/>
                <a:gd name="connsiteX130" fmla="*/ 529736 w 1339053"/>
                <a:gd name="connsiteY130" fmla="*/ 1081752 h 6858000"/>
                <a:gd name="connsiteX131" fmla="*/ 414305 w 1339053"/>
                <a:gd name="connsiteY131" fmla="*/ 918292 h 6858000"/>
                <a:gd name="connsiteX132" fmla="*/ 373924 w 1339053"/>
                <a:gd name="connsiteY132" fmla="*/ 825689 h 6858000"/>
                <a:gd name="connsiteX133" fmla="*/ 368949 w 1339053"/>
                <a:gd name="connsiteY133" fmla="*/ 778726 h 6858000"/>
                <a:gd name="connsiteX134" fmla="*/ 347020 w 1339053"/>
                <a:gd name="connsiteY134" fmla="*/ 694643 h 6858000"/>
                <a:gd name="connsiteX135" fmla="*/ 327478 w 1339053"/>
                <a:gd name="connsiteY135" fmla="*/ 642898 h 6858000"/>
                <a:gd name="connsiteX136" fmla="*/ 243468 w 1339053"/>
                <a:gd name="connsiteY136" fmla="*/ 491960 h 6858000"/>
                <a:gd name="connsiteX137" fmla="*/ 218930 w 1339053"/>
                <a:gd name="connsiteY137" fmla="*/ 446010 h 6858000"/>
                <a:gd name="connsiteX138" fmla="*/ 180614 w 1339053"/>
                <a:gd name="connsiteY138" fmla="*/ 354892 h 6858000"/>
                <a:gd name="connsiteX139" fmla="*/ 171988 w 1339053"/>
                <a:gd name="connsiteY139" fmla="*/ 317521 h 6858000"/>
                <a:gd name="connsiteX140" fmla="*/ 139875 w 1339053"/>
                <a:gd name="connsiteY140" fmla="*/ 246378 h 6858000"/>
                <a:gd name="connsiteX141" fmla="*/ 51499 w 1339053"/>
                <a:gd name="connsiteY141" fmla="*/ 73211 h 6858000"/>
                <a:gd name="connsiteX142" fmla="*/ 19690 w 1339053"/>
                <a:gd name="connsiteY142" fmla="*/ 36621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1339053" h="6858000">
                  <a:moveTo>
                    <a:pt x="850532" y="3481838"/>
                  </a:moveTo>
                  <a:lnTo>
                    <a:pt x="877027" y="3490955"/>
                  </a:lnTo>
                  <a:cubicBezTo>
                    <a:pt x="892941" y="3497986"/>
                    <a:pt x="908176" y="3506416"/>
                    <a:pt x="922718" y="3516472"/>
                  </a:cubicBezTo>
                  <a:cubicBezTo>
                    <a:pt x="967062" y="3547282"/>
                    <a:pt x="1027547" y="3564030"/>
                    <a:pt x="1094179" y="3567567"/>
                  </a:cubicBezTo>
                  <a:cubicBezTo>
                    <a:pt x="1102515" y="3567965"/>
                    <a:pt x="1113434" y="3565936"/>
                    <a:pt x="1118891" y="3568331"/>
                  </a:cubicBezTo>
                  <a:cubicBezTo>
                    <a:pt x="1180628" y="3594888"/>
                    <a:pt x="1237753" y="3586304"/>
                    <a:pt x="1295961" y="3584709"/>
                  </a:cubicBezTo>
                  <a:lnTo>
                    <a:pt x="1308070" y="3585183"/>
                  </a:lnTo>
                  <a:lnTo>
                    <a:pt x="1325263" y="3705453"/>
                  </a:lnTo>
                  <a:cubicBezTo>
                    <a:pt x="1328254" y="3727679"/>
                    <a:pt x="1331526" y="3749922"/>
                    <a:pt x="1334107" y="3772268"/>
                  </a:cubicBezTo>
                  <a:lnTo>
                    <a:pt x="1338203" y="3831076"/>
                  </a:lnTo>
                  <a:lnTo>
                    <a:pt x="1338805" y="3839709"/>
                  </a:lnTo>
                  <a:cubicBezTo>
                    <a:pt x="1339996" y="3932341"/>
                    <a:pt x="1336568" y="4025809"/>
                    <a:pt x="1335635" y="4118635"/>
                  </a:cubicBezTo>
                  <a:cubicBezTo>
                    <a:pt x="1335202" y="4148976"/>
                    <a:pt x="1338805" y="4178868"/>
                    <a:pt x="1337171" y="4209403"/>
                  </a:cubicBezTo>
                  <a:cubicBezTo>
                    <a:pt x="1335445" y="4242449"/>
                    <a:pt x="1327565" y="4276129"/>
                    <a:pt x="1325840" y="4309174"/>
                  </a:cubicBezTo>
                  <a:cubicBezTo>
                    <a:pt x="1322853" y="4364122"/>
                    <a:pt x="1323899" y="4418621"/>
                    <a:pt x="1321122" y="4473630"/>
                  </a:cubicBezTo>
                  <a:cubicBezTo>
                    <a:pt x="1315632" y="4579723"/>
                    <a:pt x="1309019" y="4685750"/>
                    <a:pt x="1302196" y="4791709"/>
                  </a:cubicBezTo>
                  <a:cubicBezTo>
                    <a:pt x="1300696" y="4814383"/>
                    <a:pt x="1294244" y="4837504"/>
                    <a:pt x="1293239" y="4860048"/>
                  </a:cubicBezTo>
                  <a:cubicBezTo>
                    <a:pt x="1290785" y="4919957"/>
                    <a:pt x="1289660" y="4979994"/>
                    <a:pt x="1288829" y="5039837"/>
                  </a:cubicBezTo>
                  <a:cubicBezTo>
                    <a:pt x="1288401" y="5076103"/>
                    <a:pt x="1290512" y="5112310"/>
                    <a:pt x="1289584" y="5148703"/>
                  </a:cubicBezTo>
                  <a:cubicBezTo>
                    <a:pt x="1288845" y="5177820"/>
                    <a:pt x="1286193" y="5207193"/>
                    <a:pt x="1282205" y="5236435"/>
                  </a:cubicBezTo>
                  <a:cubicBezTo>
                    <a:pt x="1278784" y="5261619"/>
                    <a:pt x="1270649" y="5286477"/>
                    <a:pt x="1268145" y="5311662"/>
                  </a:cubicBezTo>
                  <a:cubicBezTo>
                    <a:pt x="1261308" y="5379812"/>
                    <a:pt x="1256387" y="5447703"/>
                    <a:pt x="1250547" y="5515595"/>
                  </a:cubicBezTo>
                  <a:cubicBezTo>
                    <a:pt x="1248113" y="5542776"/>
                    <a:pt x="1244054" y="5570023"/>
                    <a:pt x="1243323" y="5596885"/>
                  </a:cubicBezTo>
                  <a:cubicBezTo>
                    <a:pt x="1241082" y="5668709"/>
                    <a:pt x="1241668" y="5740276"/>
                    <a:pt x="1238303" y="5812036"/>
                  </a:cubicBezTo>
                  <a:cubicBezTo>
                    <a:pt x="1235508" y="5871554"/>
                    <a:pt x="1228259" y="5931392"/>
                    <a:pt x="1223551" y="5991171"/>
                  </a:cubicBezTo>
                  <a:cubicBezTo>
                    <a:pt x="1221675" y="6016549"/>
                    <a:pt x="1222415" y="6041609"/>
                    <a:pt x="1219699" y="6066726"/>
                  </a:cubicBezTo>
                  <a:cubicBezTo>
                    <a:pt x="1213776" y="6123024"/>
                    <a:pt x="1205938" y="6179576"/>
                    <a:pt x="1199935" y="6236130"/>
                  </a:cubicBezTo>
                  <a:cubicBezTo>
                    <a:pt x="1196614" y="6268403"/>
                    <a:pt x="1198425" y="6301127"/>
                    <a:pt x="1192857" y="6333267"/>
                  </a:cubicBezTo>
                  <a:cubicBezTo>
                    <a:pt x="1179603" y="6409590"/>
                    <a:pt x="1163470" y="6485591"/>
                    <a:pt x="1148174" y="6561849"/>
                  </a:cubicBezTo>
                  <a:cubicBezTo>
                    <a:pt x="1132370" y="6640486"/>
                    <a:pt x="1117066" y="6719000"/>
                    <a:pt x="1100424" y="6797385"/>
                  </a:cubicBezTo>
                  <a:lnTo>
                    <a:pt x="1085621" y="6858000"/>
                  </a:lnTo>
                  <a:lnTo>
                    <a:pt x="932341" y="6858000"/>
                  </a:lnTo>
                  <a:lnTo>
                    <a:pt x="944496" y="6829656"/>
                  </a:lnTo>
                  <a:cubicBezTo>
                    <a:pt x="964836" y="6776399"/>
                    <a:pt x="953622" y="6744439"/>
                    <a:pt x="913239" y="6720119"/>
                  </a:cubicBezTo>
                  <a:cubicBezTo>
                    <a:pt x="890880" y="6706443"/>
                    <a:pt x="866986" y="6690318"/>
                    <a:pt x="870682" y="6655346"/>
                  </a:cubicBezTo>
                  <a:cubicBezTo>
                    <a:pt x="876846" y="6598274"/>
                    <a:pt x="889503" y="6540954"/>
                    <a:pt x="846442" y="6498594"/>
                  </a:cubicBezTo>
                  <a:cubicBezTo>
                    <a:pt x="862273" y="6487399"/>
                    <a:pt x="871751" y="6480449"/>
                    <a:pt x="881150" y="6473756"/>
                  </a:cubicBezTo>
                  <a:cubicBezTo>
                    <a:pt x="907245" y="6455292"/>
                    <a:pt x="930705" y="6407516"/>
                    <a:pt x="922470" y="6377035"/>
                  </a:cubicBezTo>
                  <a:cubicBezTo>
                    <a:pt x="910652" y="6332192"/>
                    <a:pt x="925705" y="6299028"/>
                    <a:pt x="955039" y="6268585"/>
                  </a:cubicBezTo>
                  <a:cubicBezTo>
                    <a:pt x="1003777" y="6217606"/>
                    <a:pt x="1017630" y="6148240"/>
                    <a:pt x="1024350" y="6083443"/>
                  </a:cubicBezTo>
                  <a:cubicBezTo>
                    <a:pt x="1029590" y="6034553"/>
                    <a:pt x="1028255" y="5980246"/>
                    <a:pt x="999696" y="5938416"/>
                  </a:cubicBezTo>
                  <a:cubicBezTo>
                    <a:pt x="990505" y="5925141"/>
                    <a:pt x="991039" y="5901884"/>
                    <a:pt x="988342" y="5882426"/>
                  </a:cubicBezTo>
                  <a:cubicBezTo>
                    <a:pt x="986229" y="5866254"/>
                    <a:pt x="984774" y="5849442"/>
                    <a:pt x="985444" y="5832438"/>
                  </a:cubicBezTo>
                  <a:cubicBezTo>
                    <a:pt x="986010" y="5814273"/>
                    <a:pt x="985042" y="5793656"/>
                    <a:pt x="992016" y="5777751"/>
                  </a:cubicBezTo>
                  <a:cubicBezTo>
                    <a:pt x="1012886" y="5729456"/>
                    <a:pt x="1014467" y="5686488"/>
                    <a:pt x="995028" y="5641832"/>
                  </a:cubicBezTo>
                  <a:cubicBezTo>
                    <a:pt x="984984" y="5618696"/>
                    <a:pt x="974301" y="5585771"/>
                    <a:pt x="981247" y="5562522"/>
                  </a:cubicBezTo>
                  <a:cubicBezTo>
                    <a:pt x="998041" y="5505913"/>
                    <a:pt x="997454" y="5454379"/>
                    <a:pt x="995131" y="5398075"/>
                  </a:cubicBezTo>
                  <a:cubicBezTo>
                    <a:pt x="993724" y="5361807"/>
                    <a:pt x="997229" y="5322258"/>
                    <a:pt x="997379" y="5283928"/>
                  </a:cubicBezTo>
                  <a:cubicBezTo>
                    <a:pt x="997473" y="5239095"/>
                    <a:pt x="1006631" y="5193105"/>
                    <a:pt x="979617" y="5157396"/>
                  </a:cubicBezTo>
                  <a:cubicBezTo>
                    <a:pt x="976728" y="5153402"/>
                    <a:pt x="978724" y="5144705"/>
                    <a:pt x="976441" y="5139485"/>
                  </a:cubicBezTo>
                  <a:cubicBezTo>
                    <a:pt x="969619" y="5122991"/>
                    <a:pt x="964828" y="5102888"/>
                    <a:pt x="953793" y="5091862"/>
                  </a:cubicBezTo>
                  <a:cubicBezTo>
                    <a:pt x="921506" y="5059884"/>
                    <a:pt x="886609" y="5031900"/>
                    <a:pt x="853056" y="5001787"/>
                  </a:cubicBezTo>
                  <a:cubicBezTo>
                    <a:pt x="845882" y="4995337"/>
                    <a:pt x="836325" y="4988437"/>
                    <a:pt x="833979" y="4978966"/>
                  </a:cubicBezTo>
                  <a:cubicBezTo>
                    <a:pt x="820602" y="4924328"/>
                    <a:pt x="808509" y="4869239"/>
                    <a:pt x="796995" y="4813768"/>
                  </a:cubicBezTo>
                  <a:cubicBezTo>
                    <a:pt x="792418" y="4791474"/>
                    <a:pt x="803209" y="4777314"/>
                    <a:pt x="820590" y="4764057"/>
                  </a:cubicBezTo>
                  <a:cubicBezTo>
                    <a:pt x="837188" y="4751123"/>
                    <a:pt x="855398" y="4734452"/>
                    <a:pt x="864688" y="4714752"/>
                  </a:cubicBezTo>
                  <a:cubicBezTo>
                    <a:pt x="883062" y="4675275"/>
                    <a:pt x="897521" y="4632902"/>
                    <a:pt x="910485" y="4590911"/>
                  </a:cubicBezTo>
                  <a:cubicBezTo>
                    <a:pt x="915338" y="4575199"/>
                    <a:pt x="912978" y="4556131"/>
                    <a:pt x="911445" y="4539571"/>
                  </a:cubicBezTo>
                  <a:cubicBezTo>
                    <a:pt x="908527" y="4508200"/>
                    <a:pt x="900999" y="4477659"/>
                    <a:pt x="900285" y="4445837"/>
                  </a:cubicBezTo>
                  <a:cubicBezTo>
                    <a:pt x="899539" y="4408923"/>
                    <a:pt x="887958" y="4383340"/>
                    <a:pt x="863237" y="4364703"/>
                  </a:cubicBezTo>
                  <a:cubicBezTo>
                    <a:pt x="826431" y="4336971"/>
                    <a:pt x="808536" y="4292507"/>
                    <a:pt x="798070" y="4243284"/>
                  </a:cubicBezTo>
                  <a:cubicBezTo>
                    <a:pt x="784617" y="4180721"/>
                    <a:pt x="805728" y="4117545"/>
                    <a:pt x="817097" y="4054750"/>
                  </a:cubicBezTo>
                  <a:cubicBezTo>
                    <a:pt x="821537" y="4030724"/>
                    <a:pt x="826632" y="4006057"/>
                    <a:pt x="826251" y="3982801"/>
                  </a:cubicBezTo>
                  <a:cubicBezTo>
                    <a:pt x="825347" y="3916709"/>
                    <a:pt x="825150" y="3850833"/>
                    <a:pt x="836848" y="3784939"/>
                  </a:cubicBezTo>
                  <a:lnTo>
                    <a:pt x="841285" y="3766755"/>
                  </a:lnTo>
                  <a:lnTo>
                    <a:pt x="841284" y="3766755"/>
                  </a:lnTo>
                  <a:lnTo>
                    <a:pt x="852925" y="3719034"/>
                  </a:lnTo>
                  <a:cubicBezTo>
                    <a:pt x="855152" y="3711822"/>
                    <a:pt x="856753" y="3704413"/>
                    <a:pt x="857932" y="3696880"/>
                  </a:cubicBezTo>
                  <a:cubicBezTo>
                    <a:pt x="868683" y="3631632"/>
                    <a:pt x="885300" y="3565939"/>
                    <a:pt x="853534" y="3507036"/>
                  </a:cubicBezTo>
                  <a:cubicBezTo>
                    <a:pt x="850623" y="3501622"/>
                    <a:pt x="849992" y="3494020"/>
                    <a:pt x="850226" y="3485839"/>
                  </a:cubicBezTo>
                  <a:close/>
                  <a:moveTo>
                    <a:pt x="0" y="0"/>
                  </a:moveTo>
                  <a:lnTo>
                    <a:pt x="455609" y="0"/>
                  </a:lnTo>
                  <a:lnTo>
                    <a:pt x="459171" y="72395"/>
                  </a:lnTo>
                  <a:cubicBezTo>
                    <a:pt x="459671" y="92301"/>
                    <a:pt x="456894" y="113171"/>
                    <a:pt x="460041" y="131917"/>
                  </a:cubicBezTo>
                  <a:cubicBezTo>
                    <a:pt x="474213" y="218122"/>
                    <a:pt x="492031" y="302910"/>
                    <a:pt x="504421" y="389691"/>
                  </a:cubicBezTo>
                  <a:cubicBezTo>
                    <a:pt x="517349" y="479177"/>
                    <a:pt x="539516" y="562489"/>
                    <a:pt x="582097" y="634609"/>
                  </a:cubicBezTo>
                  <a:cubicBezTo>
                    <a:pt x="621686" y="701573"/>
                    <a:pt x="662589" y="767248"/>
                    <a:pt x="702468" y="834019"/>
                  </a:cubicBezTo>
                  <a:cubicBezTo>
                    <a:pt x="712587" y="850968"/>
                    <a:pt x="725536" y="867665"/>
                    <a:pt x="729203" y="887701"/>
                  </a:cubicBezTo>
                  <a:cubicBezTo>
                    <a:pt x="736973" y="929321"/>
                    <a:pt x="740155" y="973193"/>
                    <a:pt x="743787" y="1016355"/>
                  </a:cubicBezTo>
                  <a:cubicBezTo>
                    <a:pt x="746786" y="1053398"/>
                    <a:pt x="745800" y="1091467"/>
                    <a:pt x="750083" y="1128060"/>
                  </a:cubicBezTo>
                  <a:cubicBezTo>
                    <a:pt x="753428" y="1157309"/>
                    <a:pt x="762038" y="1185083"/>
                    <a:pt x="768866" y="1213431"/>
                  </a:cubicBezTo>
                  <a:cubicBezTo>
                    <a:pt x="774767" y="1238107"/>
                    <a:pt x="778357" y="1264327"/>
                    <a:pt x="787802" y="1286432"/>
                  </a:cubicBezTo>
                  <a:cubicBezTo>
                    <a:pt x="810582" y="1340304"/>
                    <a:pt x="832653" y="1394242"/>
                    <a:pt x="842837" y="1455511"/>
                  </a:cubicBezTo>
                  <a:cubicBezTo>
                    <a:pt x="853049" y="1515944"/>
                    <a:pt x="867276" y="1574511"/>
                    <a:pt x="877988" y="1634814"/>
                  </a:cubicBezTo>
                  <a:cubicBezTo>
                    <a:pt x="888390" y="1693895"/>
                    <a:pt x="902813" y="1748857"/>
                    <a:pt x="941063" y="1789731"/>
                  </a:cubicBezTo>
                  <a:cubicBezTo>
                    <a:pt x="957906" y="1807908"/>
                    <a:pt x="975122" y="1831564"/>
                    <a:pt x="980124" y="1857657"/>
                  </a:cubicBezTo>
                  <a:cubicBezTo>
                    <a:pt x="987207" y="1894833"/>
                    <a:pt x="980788" y="1937150"/>
                    <a:pt x="984484" y="1976384"/>
                  </a:cubicBezTo>
                  <a:cubicBezTo>
                    <a:pt x="988781" y="2022576"/>
                    <a:pt x="988793" y="2074493"/>
                    <a:pt x="1007189" y="2110650"/>
                  </a:cubicBezTo>
                  <a:cubicBezTo>
                    <a:pt x="1023612" y="2142809"/>
                    <a:pt x="1034723" y="2173610"/>
                    <a:pt x="1039893" y="2211041"/>
                  </a:cubicBezTo>
                  <a:cubicBezTo>
                    <a:pt x="1043484" y="2237261"/>
                    <a:pt x="1057690" y="2260269"/>
                    <a:pt x="1059162" y="2286682"/>
                  </a:cubicBezTo>
                  <a:cubicBezTo>
                    <a:pt x="1061252" y="2321469"/>
                    <a:pt x="1060754" y="2355740"/>
                    <a:pt x="1070522" y="2388667"/>
                  </a:cubicBezTo>
                  <a:cubicBezTo>
                    <a:pt x="1080600" y="2422815"/>
                    <a:pt x="1085513" y="2459602"/>
                    <a:pt x="1093939" y="2494653"/>
                  </a:cubicBezTo>
                  <a:cubicBezTo>
                    <a:pt x="1098500" y="2513273"/>
                    <a:pt x="1106866" y="2529964"/>
                    <a:pt x="1112007" y="2548197"/>
                  </a:cubicBezTo>
                  <a:cubicBezTo>
                    <a:pt x="1121409" y="2581573"/>
                    <a:pt x="1130232" y="2615336"/>
                    <a:pt x="1138346" y="2649163"/>
                  </a:cubicBezTo>
                  <a:cubicBezTo>
                    <a:pt x="1146465" y="2682988"/>
                    <a:pt x="1157699" y="2716368"/>
                    <a:pt x="1160337" y="2751608"/>
                  </a:cubicBezTo>
                  <a:cubicBezTo>
                    <a:pt x="1164714" y="2811646"/>
                    <a:pt x="1159211" y="2873999"/>
                    <a:pt x="1165737" y="2933012"/>
                  </a:cubicBezTo>
                  <a:cubicBezTo>
                    <a:pt x="1172445" y="2992925"/>
                    <a:pt x="1185964" y="3051556"/>
                    <a:pt x="1202029" y="3107873"/>
                  </a:cubicBezTo>
                  <a:cubicBezTo>
                    <a:pt x="1214635" y="3152396"/>
                    <a:pt x="1227749" y="3194534"/>
                    <a:pt x="1225692" y="3244974"/>
                  </a:cubicBezTo>
                  <a:cubicBezTo>
                    <a:pt x="1224565" y="3273123"/>
                    <a:pt x="1231196" y="3305079"/>
                    <a:pt x="1243916" y="3326221"/>
                  </a:cubicBezTo>
                  <a:cubicBezTo>
                    <a:pt x="1271701" y="3372044"/>
                    <a:pt x="1285247" y="3423911"/>
                    <a:pt x="1293067" y="3480219"/>
                  </a:cubicBezTo>
                  <a:lnTo>
                    <a:pt x="1308071" y="3585182"/>
                  </a:lnTo>
                  <a:lnTo>
                    <a:pt x="1295962" y="3584708"/>
                  </a:lnTo>
                  <a:cubicBezTo>
                    <a:pt x="1237754" y="3586303"/>
                    <a:pt x="1180629" y="3594888"/>
                    <a:pt x="1118893" y="3568330"/>
                  </a:cubicBezTo>
                  <a:cubicBezTo>
                    <a:pt x="1113435" y="3565936"/>
                    <a:pt x="1102517" y="3567964"/>
                    <a:pt x="1094179" y="3567566"/>
                  </a:cubicBezTo>
                  <a:cubicBezTo>
                    <a:pt x="1027548" y="3564029"/>
                    <a:pt x="967064" y="3547281"/>
                    <a:pt x="922719" y="3516472"/>
                  </a:cubicBezTo>
                  <a:cubicBezTo>
                    <a:pt x="908178" y="3506414"/>
                    <a:pt x="892942" y="3497984"/>
                    <a:pt x="877028" y="3490955"/>
                  </a:cubicBezTo>
                  <a:lnTo>
                    <a:pt x="850533" y="3481837"/>
                  </a:lnTo>
                  <a:lnTo>
                    <a:pt x="852113" y="3461170"/>
                  </a:lnTo>
                  <a:cubicBezTo>
                    <a:pt x="854391" y="3434500"/>
                    <a:pt x="848474" y="3414331"/>
                    <a:pt x="831383" y="3399179"/>
                  </a:cubicBezTo>
                  <a:cubicBezTo>
                    <a:pt x="801767" y="3373388"/>
                    <a:pt x="773654" y="3344957"/>
                    <a:pt x="743141" y="3320580"/>
                  </a:cubicBezTo>
                  <a:cubicBezTo>
                    <a:pt x="722236" y="3303685"/>
                    <a:pt x="714543" y="3281842"/>
                    <a:pt x="713221" y="3251241"/>
                  </a:cubicBezTo>
                  <a:cubicBezTo>
                    <a:pt x="712555" y="3234106"/>
                    <a:pt x="704768" y="3217029"/>
                    <a:pt x="697098" y="3202528"/>
                  </a:cubicBezTo>
                  <a:cubicBezTo>
                    <a:pt x="687845" y="3184997"/>
                    <a:pt x="672212" y="3172554"/>
                    <a:pt x="664820" y="3154190"/>
                  </a:cubicBezTo>
                  <a:cubicBezTo>
                    <a:pt x="646169" y="3109209"/>
                    <a:pt x="616744" y="3087991"/>
                    <a:pt x="572501" y="3087312"/>
                  </a:cubicBezTo>
                  <a:cubicBezTo>
                    <a:pt x="533259" y="3086763"/>
                    <a:pt x="493731" y="3044085"/>
                    <a:pt x="497703" y="3005243"/>
                  </a:cubicBezTo>
                  <a:cubicBezTo>
                    <a:pt x="502030" y="2962279"/>
                    <a:pt x="490540" y="2928257"/>
                    <a:pt x="476984" y="2892751"/>
                  </a:cubicBezTo>
                  <a:cubicBezTo>
                    <a:pt x="469363" y="2872905"/>
                    <a:pt x="465404" y="2847135"/>
                    <a:pt x="468947" y="2824527"/>
                  </a:cubicBezTo>
                  <a:cubicBezTo>
                    <a:pt x="482188" y="2738605"/>
                    <a:pt x="520979" y="2665650"/>
                    <a:pt x="569138" y="2595026"/>
                  </a:cubicBezTo>
                  <a:cubicBezTo>
                    <a:pt x="600577" y="2548865"/>
                    <a:pt x="622260" y="2493483"/>
                    <a:pt x="645397" y="2440808"/>
                  </a:cubicBezTo>
                  <a:cubicBezTo>
                    <a:pt x="652529" y="2424387"/>
                    <a:pt x="655029" y="2401457"/>
                    <a:pt x="651820" y="2384384"/>
                  </a:cubicBezTo>
                  <a:cubicBezTo>
                    <a:pt x="640949" y="2324596"/>
                    <a:pt x="629163" y="2264805"/>
                    <a:pt x="612994" y="2207332"/>
                  </a:cubicBezTo>
                  <a:cubicBezTo>
                    <a:pt x="597678" y="2153787"/>
                    <a:pt x="601053" y="2099808"/>
                    <a:pt x="620894" y="2046679"/>
                  </a:cubicBezTo>
                  <a:cubicBezTo>
                    <a:pt x="635367" y="2007977"/>
                    <a:pt x="641110" y="1970814"/>
                    <a:pt x="644614" y="1931265"/>
                  </a:cubicBezTo>
                  <a:cubicBezTo>
                    <a:pt x="647465" y="1898285"/>
                    <a:pt x="653360" y="1862859"/>
                    <a:pt x="665994" y="1832337"/>
                  </a:cubicBezTo>
                  <a:cubicBezTo>
                    <a:pt x="683779" y="1789578"/>
                    <a:pt x="688928" y="1751381"/>
                    <a:pt x="678276" y="1709437"/>
                  </a:cubicBezTo>
                  <a:cubicBezTo>
                    <a:pt x="672576" y="1687079"/>
                    <a:pt x="673987" y="1660990"/>
                    <a:pt x="672955" y="1636123"/>
                  </a:cubicBezTo>
                  <a:cubicBezTo>
                    <a:pt x="671272" y="1597795"/>
                    <a:pt x="671867" y="1558758"/>
                    <a:pt x="668480" y="1520749"/>
                  </a:cubicBezTo>
                  <a:cubicBezTo>
                    <a:pt x="665050" y="1479903"/>
                    <a:pt x="655019" y="1440408"/>
                    <a:pt x="653920" y="1399437"/>
                  </a:cubicBezTo>
                  <a:cubicBezTo>
                    <a:pt x="652652" y="1355309"/>
                    <a:pt x="639893" y="1323154"/>
                    <a:pt x="612686" y="1296979"/>
                  </a:cubicBezTo>
                  <a:cubicBezTo>
                    <a:pt x="595576" y="1280408"/>
                    <a:pt x="578401" y="1259588"/>
                    <a:pt x="570220" y="1235618"/>
                  </a:cubicBezTo>
                  <a:cubicBezTo>
                    <a:pt x="553631" y="1186194"/>
                    <a:pt x="545669" y="1131821"/>
                    <a:pt x="529736" y="1081752"/>
                  </a:cubicBezTo>
                  <a:cubicBezTo>
                    <a:pt x="507466" y="1011390"/>
                    <a:pt x="481332" y="944631"/>
                    <a:pt x="414305" y="918292"/>
                  </a:cubicBezTo>
                  <a:cubicBezTo>
                    <a:pt x="377314" y="903769"/>
                    <a:pt x="368843" y="874065"/>
                    <a:pt x="373924" y="825689"/>
                  </a:cubicBezTo>
                  <a:cubicBezTo>
                    <a:pt x="375689" y="809590"/>
                    <a:pt x="376722" y="786203"/>
                    <a:pt x="368949" y="778726"/>
                  </a:cubicBezTo>
                  <a:cubicBezTo>
                    <a:pt x="345838" y="756354"/>
                    <a:pt x="349308" y="725824"/>
                    <a:pt x="347020" y="694643"/>
                  </a:cubicBezTo>
                  <a:cubicBezTo>
                    <a:pt x="345704" y="675894"/>
                    <a:pt x="339306" y="651346"/>
                    <a:pt x="327478" y="642898"/>
                  </a:cubicBezTo>
                  <a:cubicBezTo>
                    <a:pt x="279698" y="608395"/>
                    <a:pt x="263590" y="549247"/>
                    <a:pt x="243468" y="491960"/>
                  </a:cubicBezTo>
                  <a:cubicBezTo>
                    <a:pt x="237433" y="475142"/>
                    <a:pt x="230250" y="456843"/>
                    <a:pt x="218930" y="446010"/>
                  </a:cubicBezTo>
                  <a:cubicBezTo>
                    <a:pt x="194433" y="422927"/>
                    <a:pt x="180036" y="395344"/>
                    <a:pt x="180614" y="354892"/>
                  </a:cubicBezTo>
                  <a:cubicBezTo>
                    <a:pt x="180923" y="342010"/>
                    <a:pt x="176523" y="328798"/>
                    <a:pt x="171988" y="317521"/>
                  </a:cubicBezTo>
                  <a:cubicBezTo>
                    <a:pt x="162052" y="293291"/>
                    <a:pt x="148442" y="271315"/>
                    <a:pt x="139875" y="246378"/>
                  </a:cubicBezTo>
                  <a:cubicBezTo>
                    <a:pt x="117577" y="182780"/>
                    <a:pt x="95749" y="119890"/>
                    <a:pt x="51499" y="73211"/>
                  </a:cubicBezTo>
                  <a:cubicBezTo>
                    <a:pt x="40691" y="61834"/>
                    <a:pt x="29467" y="49763"/>
                    <a:pt x="19690" y="36621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432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AED6AC-3A76-8CF9-068E-4A984D4AC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s-MX" sz="2800"/>
              <a:t>Contexto del problema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0B79D3-92CE-6E7D-898F-D8BB0C06C8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094" y="2718054"/>
            <a:ext cx="3890010" cy="32072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vainilla es un cultivo de alto valor económico y cultural en México.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producción se ve afectada por </a:t>
            </a:r>
            <a:r>
              <a:rPr kumimoji="0" lang="es-MX" altLang="es-MX" sz="1600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Fusarium oxysporum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causante del marchitamiento vascular.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 control actual depende de fungicidas químicos.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 uso excesivo genera: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Resistencia del patógeno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Impactos ambientales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Riesgos para la salud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D8DB90-9152-CDA3-E250-A767480E1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748790"/>
            <a:ext cx="6922008" cy="34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46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5A4343-58D1-B605-8DF3-51F9BA59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pPr algn="ctr"/>
            <a:r>
              <a:rPr lang="es-MX" sz="5000" dirty="0"/>
              <a:t>Propuesta de mi investigación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44400D-C8CA-16CF-C010-D0368D635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algn="just"/>
            <a:r>
              <a:rPr lang="es-ES" sz="2200" dirty="0"/>
              <a:t>Evaluar el uso de elicitores para potenciar el metabolismo defensivo de </a:t>
            </a:r>
            <a:r>
              <a:rPr lang="es-ES" sz="2200" i="1" dirty="0"/>
              <a:t>Piper aduncum</a:t>
            </a:r>
            <a:r>
              <a:rPr lang="es-ES" sz="2200" dirty="0"/>
              <a:t> y su efecto en el control de </a:t>
            </a:r>
            <a:r>
              <a:rPr lang="es-ES" sz="2200" i="1" dirty="0"/>
              <a:t>Fusarium oxysporum</a:t>
            </a:r>
            <a:r>
              <a:rPr lang="es-ES" sz="2200" dirty="0"/>
              <a:t> en vainilla.</a:t>
            </a:r>
            <a:endParaRPr lang="es-MX" sz="2200" dirty="0"/>
          </a:p>
        </p:txBody>
      </p:sp>
    </p:spTree>
    <p:extLst>
      <p:ext uri="{BB962C8B-B14F-4D97-AF65-F5344CB8AC3E}">
        <p14:creationId xmlns:p14="http://schemas.microsoft.com/office/powerpoint/2010/main" val="1225129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DD9CA1-DDBE-7DB2-9232-4E9BD8F5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ES" dirty="0"/>
              <a:t>Pregunta de investigación</a:t>
            </a:r>
            <a:endParaRPr lang="es-MX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9B85D4-9139-BC62-9298-DCCCA24C5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kern="100" dirty="0">
                <a:latin typeface="Gill Sans MT" panose="020B05020201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¿Los elicitores fúngicos potencian el metabolismo de </a:t>
            </a:r>
            <a:r>
              <a:rPr lang="es-ES" i="1" kern="100" dirty="0">
                <a:latin typeface="Gill Sans MT" panose="020B05020201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Piper aduncum </a:t>
            </a:r>
            <a:r>
              <a:rPr lang="es-ES" kern="100" dirty="0">
                <a:latin typeface="Gill Sans MT" panose="020B05020201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para controlar la fusariosis en </a:t>
            </a:r>
            <a:r>
              <a:rPr lang="es-ES" i="1" kern="100" dirty="0">
                <a:latin typeface="Gill Sans MT" panose="020B05020201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Vanilla planifolia</a:t>
            </a:r>
            <a:r>
              <a:rPr lang="es-ES" kern="100" dirty="0">
                <a:latin typeface="Gill Sans MT" panose="020B05020201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?</a:t>
            </a:r>
            <a:endParaRPr lang="es-MX" kern="100" dirty="0">
              <a:latin typeface="Gill Sans MT" panose="020B0502020104020203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69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397B4E-8B58-8371-4A71-D298A81CD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Cómo concebía el problema antes del curso</a:t>
            </a:r>
            <a:endParaRPr lang="es-MX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041A18A-8204-51D4-D2C6-EBDB73B2C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23173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1810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343F3B-8B7F-C40D-3EDB-03F91A9AC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Aprendizajes clave del curso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A5C4C2-D6B7-9C79-6E7B-94CC9E918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/>
              <a:t>Pensamiento probabilístico</a:t>
            </a:r>
          </a:p>
          <a:p>
            <a:r>
              <a:rPr lang="es-ES" sz="2400"/>
              <a:t>Comprensión de la incertidumbre experimental</a:t>
            </a:r>
          </a:p>
          <a:p>
            <a:r>
              <a:rPr lang="es-ES" sz="2400"/>
              <a:t>Interpretación estadística rigurosa</a:t>
            </a:r>
          </a:p>
          <a:p>
            <a:pPr marL="0" indent="0">
              <a:buNone/>
            </a:pPr>
            <a:r>
              <a:rPr lang="es-ES" sz="2400" b="1"/>
              <a:t>Modelos de regresión</a:t>
            </a:r>
          </a:p>
          <a:p>
            <a:r>
              <a:rPr lang="es-ES" sz="2400"/>
              <a:t>Evaluar asociación entre variables</a:t>
            </a:r>
          </a:p>
          <a:p>
            <a:r>
              <a:rPr lang="es-ES" sz="2400"/>
              <a:t>Cuantificar efectos biológicos</a:t>
            </a:r>
          </a:p>
          <a:p>
            <a:pPr marL="0" indent="0">
              <a:buNone/>
            </a:pPr>
            <a:r>
              <a:rPr lang="es-ES" sz="2400" b="1"/>
              <a:t>Lenguaje R</a:t>
            </a:r>
          </a:p>
          <a:p>
            <a:r>
              <a:rPr lang="es-ES" sz="2400"/>
              <a:t>Análisis reproducible</a:t>
            </a:r>
          </a:p>
          <a:p>
            <a:r>
              <a:rPr lang="es-ES" sz="2400"/>
              <a:t>Visualización de datos</a:t>
            </a:r>
          </a:p>
          <a:p>
            <a:pPr marL="0" indent="0">
              <a:buNone/>
            </a:pPr>
            <a:r>
              <a:rPr lang="es-ES" sz="2400" b="1"/>
              <a:t>Inferencia causal y DAG</a:t>
            </a:r>
          </a:p>
          <a:p>
            <a:r>
              <a:rPr lang="es-ES" sz="2400"/>
              <a:t>Representación formal de relaciones causales</a:t>
            </a:r>
          </a:p>
          <a:p>
            <a:endParaRPr lang="es-MX" sz="2400"/>
          </a:p>
        </p:txBody>
      </p:sp>
    </p:spTree>
    <p:extLst>
      <p:ext uri="{BB962C8B-B14F-4D97-AF65-F5344CB8AC3E}">
        <p14:creationId xmlns:p14="http://schemas.microsoft.com/office/powerpoint/2010/main" val="298022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9ED38C-7D49-3915-1DDE-E05872758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MX"/>
              <a:t>Introducción al pensamiento causal</a:t>
            </a:r>
            <a:endParaRPr lang="es-MX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B98A87-C23A-951C-A773-57C6E3EEA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/>
              <a:t>La investigación biológica requiere diferenciar:</a:t>
            </a:r>
          </a:p>
          <a:p>
            <a:r>
              <a:rPr lang="es-ES" sz="2400"/>
              <a:t>Asociación</a:t>
            </a:r>
          </a:p>
          <a:p>
            <a:r>
              <a:rPr lang="es-ES" sz="2400"/>
              <a:t>Dependencia</a:t>
            </a:r>
          </a:p>
          <a:p>
            <a:r>
              <a:rPr lang="es-ES" sz="2400"/>
              <a:t>Relación causal</a:t>
            </a:r>
          </a:p>
          <a:p>
            <a:pPr marL="0" indent="0">
              <a:buNone/>
            </a:pPr>
            <a:r>
              <a:rPr lang="es-ES" sz="2400"/>
              <a:t>Los Grafos Acíclicos Dirigidos (DAG) permiten:</a:t>
            </a:r>
          </a:p>
          <a:p>
            <a:r>
              <a:rPr lang="es-ES" sz="2400"/>
              <a:t>Representar hipótesis causales</a:t>
            </a:r>
          </a:p>
          <a:p>
            <a:r>
              <a:rPr lang="es-ES" sz="2400"/>
              <a:t>Identificar variables de confusión</a:t>
            </a:r>
          </a:p>
          <a:p>
            <a:r>
              <a:rPr lang="es-ES" sz="2400"/>
              <a:t>Optimizar diseño experimental</a:t>
            </a:r>
          </a:p>
          <a:p>
            <a:endParaRPr lang="es-MX" sz="2400"/>
          </a:p>
        </p:txBody>
      </p:sp>
      <p:sp>
        <p:nvSpPr>
          <p:cNvPr id="21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4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21E5C5-02FC-373F-B267-F1827CEE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s-MX" sz="5200">
                <a:solidFill>
                  <a:srgbClr val="FFFFFF"/>
                </a:solidFill>
              </a:rPr>
              <a:t>DAG de mi investigación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5D6295-9277-FFB3-E162-358EE918E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 dirty="0">
                <a:solidFill>
                  <a:schemeClr val="tx1">
                    <a:alpha val="80000"/>
                  </a:schemeClr>
                </a:solidFill>
              </a:rPr>
              <a:t>Relaciones causales propuestas en el estudio.</a:t>
            </a:r>
          </a:p>
          <a:p>
            <a:pPr marL="0" indent="0">
              <a:buNone/>
            </a:pP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Elicitores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  ↓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Tratamiento en </a:t>
            </a:r>
            <a:r>
              <a:rPr lang="es-ES" sz="2000" i="1" dirty="0">
                <a:solidFill>
                  <a:schemeClr val="tx1">
                    <a:alpha val="80000"/>
                  </a:schemeClr>
                </a:solidFill>
              </a:rPr>
              <a:t>Piper aduncum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  ↓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Producción de metabolitos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  ↓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Actividad antifúngica contra </a:t>
            </a:r>
            <a:r>
              <a:rPr lang="es-ES" sz="2000" i="1" dirty="0">
                <a:solidFill>
                  <a:schemeClr val="tx1">
                    <a:alpha val="80000"/>
                  </a:schemeClr>
                </a:solidFill>
              </a:rPr>
              <a:t>Fusarium oxysporum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   ↓</a:t>
            </a:r>
          </a:p>
          <a:p>
            <a:pPr marL="0" indent="0">
              <a:buNone/>
            </a:pPr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Salud de vainilla</a:t>
            </a:r>
            <a:endParaRPr lang="es-MX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394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F972B-D87C-04B7-9BE7-82DD970E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9986A1-C6AD-7C5F-1FD0-9CBF0B015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DAG de mi investigación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AED196D1-D018-6AC3-1C71-F3BC2B54B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287" y="187037"/>
            <a:ext cx="84328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11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9A5BC-F10A-B3A7-7A00-F2160C28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D98ED69-00BE-F165-26C3-18CE87690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EED3A7-2C10-F3C9-D86D-850BAF801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ES" dirty="0"/>
              <a:t>Pregunta de investigación</a:t>
            </a:r>
            <a:endParaRPr lang="es-MX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8468275-9A28-23EB-92AC-6E2753AFE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E0FEC-263A-05C3-E9C5-E74B1A6AE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s-ES" dirty="0"/>
              <a:t>¿La inducción con elicitores en </a:t>
            </a:r>
            <a:r>
              <a:rPr lang="es-ES" i="1" dirty="0"/>
              <a:t>Piper aduncum</a:t>
            </a:r>
            <a:r>
              <a:rPr lang="es-ES" dirty="0"/>
              <a:t> incrementa la producción de metabolitos especializados que reducen el crecimiento de </a:t>
            </a:r>
            <a:r>
              <a:rPr lang="es-ES" i="1" dirty="0"/>
              <a:t>Fusarium oxysporum</a:t>
            </a:r>
            <a:r>
              <a:rPr lang="es-ES" dirty="0"/>
              <a:t>?</a:t>
            </a:r>
            <a:endParaRPr lang="es-MX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17AB80-69FA-9E73-C86B-B369FF262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F538D5EF-2CA3-D322-081C-02943A8A8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F160F05-EFC5-EBB3-3032-8DA9EFEA5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706900-3D03-C803-51CE-7470BB7E6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8343CD8-99F5-B23E-3D4A-F4E69ECB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AD52B648-45CE-DA8E-D667-25370DB2E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426008B-CDC9-DBCC-F94C-1C5E2B15B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82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BAB1AD-1F17-4CD9-4EDD-010C74FBB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s-ES"/>
              <a:t>Aportes del DAG a mi tesis</a:t>
            </a:r>
            <a:endParaRPr lang="es-MX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E7C469-C7F5-B9F1-4164-B8E169578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El uso del DAG permitió:</a:t>
            </a:r>
          </a:p>
          <a:p>
            <a:r>
              <a:rPr lang="es-ES" dirty="0"/>
              <a:t>Identificar variables que deben medirse</a:t>
            </a:r>
          </a:p>
          <a:p>
            <a:r>
              <a:rPr lang="es-ES" dirty="0"/>
              <a:t>Detectar posibles variables de confusión</a:t>
            </a:r>
          </a:p>
          <a:p>
            <a:r>
              <a:rPr lang="es-ES" dirty="0"/>
              <a:t>Mejorar el diseño experimental</a:t>
            </a:r>
          </a:p>
          <a:p>
            <a:r>
              <a:rPr lang="es-ES" dirty="0"/>
              <a:t>Facilitar la comunicación científica</a:t>
            </a:r>
          </a:p>
          <a:p>
            <a:endParaRPr lang="es-MX" dirty="0"/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11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66E9AE-B903-7AE1-0FFA-479A3F167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/>
              <a:t>Aplicación de modelos de regresión</a:t>
            </a:r>
            <a:endParaRPr lang="es-MX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597F13-DFC2-6BE7-E2B6-F2C0BE11C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dirty="0"/>
              <a:t>Los modelos estadísticos permiten evaluar:</a:t>
            </a:r>
          </a:p>
          <a:p>
            <a:r>
              <a:rPr lang="es-ES" sz="2400" dirty="0"/>
              <a:t>Relación entre concentración de elicitores y metabolitos</a:t>
            </a:r>
          </a:p>
          <a:p>
            <a:r>
              <a:rPr lang="es-ES" sz="2400" dirty="0"/>
              <a:t>Relación entre metabolitos y crecimiento de </a:t>
            </a:r>
            <a:r>
              <a:rPr lang="es-ES" sz="2400" i="1" dirty="0"/>
              <a:t>Fusarium</a:t>
            </a:r>
            <a:endParaRPr lang="es-ES" sz="2400" dirty="0"/>
          </a:p>
          <a:p>
            <a:r>
              <a:rPr lang="es-ES" sz="2400" dirty="0"/>
              <a:t>Estimación de CE50 y CME</a:t>
            </a:r>
          </a:p>
          <a:p>
            <a:endParaRPr lang="es-MX" sz="2400" dirty="0"/>
          </a:p>
        </p:txBody>
      </p:sp>
      <p:pic>
        <p:nvPicPr>
          <p:cNvPr id="5" name="Picture 4" descr="Una fórmula de cálculo">
            <a:extLst>
              <a:ext uri="{FF2B5EF4-FFF2-40B4-BE49-F238E27FC236}">
                <a16:creationId xmlns:a16="http://schemas.microsoft.com/office/drawing/2014/main" id="{85433E48-88C5-167A-895B-A6E199737A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78" r="2332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33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F523CFE-EC41-3DD2-0349-A101B575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s-ES"/>
              <a:t>Uso de R en la investigación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071A5-22A9-27E7-1E1B-5D65B26E5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/>
              <a:t>R permite:</a:t>
            </a:r>
          </a:p>
          <a:p>
            <a:r>
              <a:rPr lang="es-ES"/>
              <a:t>Organización de datos experimentales</a:t>
            </a:r>
          </a:p>
          <a:p>
            <a:r>
              <a:rPr lang="es-ES"/>
              <a:t>Ajuste de modelos estadísticos</a:t>
            </a:r>
          </a:p>
          <a:p>
            <a:r>
              <a:rPr lang="es-ES"/>
              <a:t>Visualización de resultados</a:t>
            </a:r>
          </a:p>
          <a:p>
            <a:r>
              <a:rPr lang="es-ES"/>
              <a:t>Reproducibilidad del análisis</a:t>
            </a:r>
          </a:p>
          <a:p>
            <a:endParaRPr lang="es-MX"/>
          </a:p>
        </p:txBody>
      </p:sp>
      <p:pic>
        <p:nvPicPr>
          <p:cNvPr id="5" name="Picture 4" descr="Lupa resalta un rendimiento económico decreciente">
            <a:extLst>
              <a:ext uri="{FF2B5EF4-FFF2-40B4-BE49-F238E27FC236}">
                <a16:creationId xmlns:a16="http://schemas.microsoft.com/office/drawing/2014/main" id="{264EBF5D-0CD1-EC23-2371-55E0A1E09A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" r="33093" b="-2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0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484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C49915-C6BD-7A99-5D97-367F7471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Cambios en el diseño de investigación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24B8157-878E-36C2-E298-8819D2144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65483"/>
              </p:ext>
            </p:extLst>
          </p:nvPr>
        </p:nvGraphicFramePr>
        <p:xfrm>
          <a:off x="6096001" y="1761888"/>
          <a:ext cx="5494748" cy="3587491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2704176">
                  <a:extLst>
                    <a:ext uri="{9D8B030D-6E8A-4147-A177-3AD203B41FA5}">
                      <a16:colId xmlns:a16="http://schemas.microsoft.com/office/drawing/2014/main" val="4177237400"/>
                    </a:ext>
                  </a:extLst>
                </a:gridCol>
                <a:gridCol w="2790572">
                  <a:extLst>
                    <a:ext uri="{9D8B030D-6E8A-4147-A177-3AD203B41FA5}">
                      <a16:colId xmlns:a16="http://schemas.microsoft.com/office/drawing/2014/main" val="8850801"/>
                    </a:ext>
                  </a:extLst>
                </a:gridCol>
              </a:tblGrid>
              <a:tr h="602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 cap="all" spc="60">
                          <a:solidFill>
                            <a:schemeClr val="tx1"/>
                          </a:solidFill>
                        </a:rPr>
                        <a:t>Antes del curso</a:t>
                      </a:r>
                    </a:p>
                  </a:txBody>
                  <a:tcPr marL="139797" marR="139797" marT="139797" marB="1397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400" b="1" cap="all" spc="60">
                          <a:solidFill>
                            <a:schemeClr val="tx1"/>
                          </a:solidFill>
                        </a:rPr>
                        <a:t>Después del curso</a:t>
                      </a:r>
                    </a:p>
                  </a:txBody>
                  <a:tcPr marL="139797" marR="139797" marT="139797" marB="139797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548977"/>
                  </a:ext>
                </a:extLst>
              </a:tr>
              <a:tr h="509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>
                          <a:solidFill>
                            <a:schemeClr val="tx1"/>
                          </a:solidFill>
                        </a:rPr>
                        <a:t>Hipótesis descriptiva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>
                          <a:solidFill>
                            <a:schemeClr val="tx1"/>
                          </a:solidFill>
                        </a:rPr>
                        <a:t>Hipótesis causal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236796"/>
                  </a:ext>
                </a:extLst>
              </a:tr>
              <a:tr h="824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>
                          <a:solidFill>
                            <a:schemeClr val="tx1"/>
                          </a:solidFill>
                        </a:rPr>
                        <a:t>Diseño experimental empírico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>
                          <a:solidFill>
                            <a:schemeClr val="tx1"/>
                          </a:solidFill>
                        </a:rPr>
                        <a:t>Diseño basado en DAG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317895"/>
                  </a:ext>
                </a:extLst>
              </a:tr>
              <a:tr h="824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>
                          <a:solidFill>
                            <a:schemeClr val="tx1"/>
                          </a:solidFill>
                        </a:rPr>
                        <a:t>Análisis estadístico básico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>
                          <a:solidFill>
                            <a:schemeClr val="tx1"/>
                          </a:solidFill>
                        </a:rPr>
                        <a:t>Modelos cuantitativos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000660"/>
                  </a:ext>
                </a:extLst>
              </a:tr>
              <a:tr h="824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 dirty="0">
                          <a:solidFill>
                            <a:schemeClr val="tx1"/>
                          </a:solidFill>
                        </a:rPr>
                        <a:t>Procesamiento manual de datos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cap="none" spc="0" dirty="0">
                          <a:solidFill>
                            <a:schemeClr val="tx1"/>
                          </a:solidFill>
                        </a:rPr>
                        <a:t>Análisis reproducible en R</a:t>
                      </a:r>
                    </a:p>
                  </a:txBody>
                  <a:tcPr marL="93198" marR="93198" marT="46599" marB="9319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687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591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1D42EF-7BC1-AD6E-EE7F-E9E3FA6A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Impacto del curso en mi formación</a:t>
            </a:r>
            <a:endParaRPr lang="es-MX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5D3D99-4A93-2AC0-617C-7640A359D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El curso fortaleció:</a:t>
            </a:r>
          </a:p>
          <a:p>
            <a:r>
              <a:rPr lang="es-ES" dirty="0"/>
              <a:t>Pensamiento crítico</a:t>
            </a:r>
          </a:p>
          <a:p>
            <a:r>
              <a:rPr lang="es-ES" dirty="0"/>
              <a:t>Rigor metodológico</a:t>
            </a:r>
          </a:p>
          <a:p>
            <a:r>
              <a:rPr lang="es-ES" dirty="0"/>
              <a:t>Capacidad para modelar procesos biológicos</a:t>
            </a:r>
          </a:p>
          <a:p>
            <a:r>
              <a:rPr lang="es-ES" dirty="0"/>
              <a:t>Comunicación científica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87315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9CA182-882B-AAC7-5C26-ACB6C9ED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s-MX">
                <a:solidFill>
                  <a:srgbClr val="FFFFFF"/>
                </a:solidFill>
              </a:rPr>
              <a:t>Aplicaciones futuras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06AD5B9-6838-4196-FB3F-0138D300D4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367101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874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6B3CCB-5164-9122-A282-D39730C6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MX" sz="4000"/>
              <a:t>Conclusiones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C39650D-F89E-E8E2-5ED0-05393A044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774144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86621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505</Words>
  <Application>Microsoft Office PowerPoint</Application>
  <PresentationFormat>Panorámica</PresentationFormat>
  <Paragraphs>99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Gill Sans MT</vt:lpstr>
      <vt:lpstr>Tema de Office</vt:lpstr>
      <vt:lpstr> Elicitores de origen fúngico como potenciadores metabólicos en Piper aduncum para el control de la fusariosis en Vanilla planifolia</vt:lpstr>
      <vt:lpstr>Contexto del problema</vt:lpstr>
      <vt:lpstr>Propuesta de mi investigación</vt:lpstr>
      <vt:lpstr>Pregunta de investigación</vt:lpstr>
      <vt:lpstr>Cómo concebía el problema antes del curso</vt:lpstr>
      <vt:lpstr>Aprendizajes clave del curso</vt:lpstr>
      <vt:lpstr>Introducción al pensamiento causal</vt:lpstr>
      <vt:lpstr>DAG de mi investigación</vt:lpstr>
      <vt:lpstr>DAG de mi investigación</vt:lpstr>
      <vt:lpstr>Pregunta de investigación</vt:lpstr>
      <vt:lpstr>Aportes del DAG a mi tesis</vt:lpstr>
      <vt:lpstr>Aplicación de modelos de regresión</vt:lpstr>
      <vt:lpstr>Uso de R en la investigación</vt:lpstr>
      <vt:lpstr>Cambios en el diseño de investigación</vt:lpstr>
      <vt:lpstr>Impacto del curso en mi formación</vt:lpstr>
      <vt:lpstr>Aplicaciones futuras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Del Moral</dc:creator>
  <cp:lastModifiedBy>Andrés Del Moral</cp:lastModifiedBy>
  <cp:revision>2</cp:revision>
  <dcterms:created xsi:type="dcterms:W3CDTF">2026-02-05T08:23:22Z</dcterms:created>
  <dcterms:modified xsi:type="dcterms:W3CDTF">2026-02-06T20:00:04Z</dcterms:modified>
</cp:coreProperties>
</file>