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BD056D-D7ED-D44E-281D-BB744BB90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C88E52-58D1-C3EB-E3EA-88F4A6A035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B84187-5493-8D36-BAAE-F517B9DDE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AD09E-3EBA-4794-8BFA-94F949AB012D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3CBC8A-0199-D9E8-DC1B-732B1F41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A14710-1029-A423-80AA-7AB3C2077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9C90-747B-492E-823B-3DF153120ED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1662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EF9148-C2ED-2713-4997-12F9D19FD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50B038-FC44-3C80-BA06-32C752882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D85EF3-CF6B-C323-8CDE-69D8AAF23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AD09E-3EBA-4794-8BFA-94F949AB012D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7ABCC3-DFD9-6E0F-4FA0-3326D9DD5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E8674F-8E58-9501-5F40-3DE6BFFC2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9C90-747B-492E-823B-3DF153120ED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736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F08D53-738B-215E-3133-E588A9009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D618EB-D575-7832-DA7A-A1C5C7CEF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903181-9942-41A7-32D8-CA92DB3EC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AD09E-3EBA-4794-8BFA-94F949AB012D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D5E3AF-9483-DC92-16E0-028C08B85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82150A-8BFC-B53F-19CB-B3B84FFCE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9C90-747B-492E-823B-3DF153120ED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5785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379804-1AB9-2872-8471-6EC5DD136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B3F165-31F8-4B80-1B0D-9215A23BD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F9F58B-25C7-B4D2-9E05-E56E77EFB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044A48-7DCF-8193-098F-09546D36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AD09E-3EBA-4794-8BFA-94F949AB012D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249763-84E8-6833-36FF-AC0F487EE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B7916AB-F9DC-5FE3-3A0A-50249F16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9C90-747B-492E-823B-3DF153120ED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19692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1C541-59F7-EF3E-9854-ED3AABC25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ADE854-7971-8A69-9EFA-E655A4583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4F7D69-71AB-7891-E9B9-7899AA093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34622AC-739E-DAA3-A8BB-344979971A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6D2CC7-491C-F20F-8E0E-1A5A64F58E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A1611F1-4853-FD6F-F5C6-F3B8B31B9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AD09E-3EBA-4794-8BFA-94F949AB012D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8578841-91DC-EF91-8DA4-372B25739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1EDC3DA-4B53-C305-8F93-2F2FD1E59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9C90-747B-492E-823B-3DF153120ED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6653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3E8AD-9D09-8DEC-4B5D-04DC26C7A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4EF98C0-096E-B0DB-7FC4-A89DCEA57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AD09E-3EBA-4794-8BFA-94F949AB012D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B0F155B-2F2D-9762-EA4B-45ED42C8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66C4BE7-F67E-FE9C-E7FF-964930D68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9C90-747B-492E-823B-3DF153120ED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3550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B0274FF-9405-B401-AFDF-6C8A657FC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AD09E-3EBA-4794-8BFA-94F949AB012D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1075A8F-22A2-52BE-2B5E-C9E9AC3DF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84E4F3-FBC8-9B26-9B63-DDDDF93B3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9C90-747B-492E-823B-3DF153120ED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45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F35B76-3AF1-0834-6649-FE59BFF75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972EB8-C1C8-6851-D648-D1ED221CC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0679073-A4D5-506A-FE28-57997366EE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2D9DB3-3039-D3FF-BEAA-245B10AD8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AD09E-3EBA-4794-8BFA-94F949AB012D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59E5BA3-731B-487A-3F68-2D967FF3B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FBDD21-EB9C-4CBC-7C5B-9346BD057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9C90-747B-492E-823B-3DF153120ED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2363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73E3BE-194C-5F39-FAA5-81134BE66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2DFB618-34FC-1AAE-656B-01B95F1916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C4B2B91-C2F6-57D5-B488-5F7A786F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029D54-C7D2-573E-C10A-348FFA082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AD09E-3EBA-4794-8BFA-94F949AB012D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696A8B-100F-D1B0-0DFD-DE6044B98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EE1B15-659D-1C7D-9139-C47EFA01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9C90-747B-492E-823B-3DF153120ED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0783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C459EB-1352-9225-24A2-823755329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FC7C9C1-D8C2-8355-0A73-289DCE235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6307A1-EEF6-BEC0-376B-286919B35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AD09E-3EBA-4794-8BFA-94F949AB012D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EE56E8-CC9E-FD43-B838-21BBA33B0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DDACFF-1C10-96F5-CE4B-004798E4D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9C90-747B-492E-823B-3DF153120ED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2546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3FF3BFC-C037-5DB1-1889-F783817020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9CE5104-A854-D233-3957-BC9A0C438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8311FF-E4B7-0B08-B162-3D4D2317D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AD09E-3EBA-4794-8BFA-94F949AB012D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A4CF22-F420-156D-262C-C70075E11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74BDE2-66A0-B9E0-D3E3-08A4AAF51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9C90-747B-492E-823B-3DF153120ED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4109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9157955-0C70-682A-1D0B-61ACC5B9B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336B57-00DD-1F87-590F-43B6EB0C4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2E7D20-62D6-8D68-B97E-FE05965E88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AAD09E-3EBA-4794-8BFA-94F949AB012D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862E26-5F35-63E6-D5BA-97A08A81C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0FAD14-30A8-7B5A-E77F-BBC3391C6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669C90-747B-492E-823B-3DF153120ED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4420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8E46A2A-C08D-8B48-BC21-2381686BF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9" b="37095"/>
          <a:stretch>
            <a:fillRect/>
          </a:stretch>
        </p:blipFill>
        <p:spPr>
          <a:xfrm>
            <a:off x="689603" y="1027809"/>
            <a:ext cx="10970774" cy="505903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8FB5958-560C-38F9-3EDA-75E9D8BA7F4C}"/>
              </a:ext>
            </a:extLst>
          </p:cNvPr>
          <p:cNvSpPr txBox="1"/>
          <p:nvPr/>
        </p:nvSpPr>
        <p:spPr>
          <a:xfrm>
            <a:off x="8440615" y="6018963"/>
            <a:ext cx="2994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Lucía Rodríguez Muñoz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09B3F4B-78F4-9119-0EC1-E49010621B78}"/>
              </a:ext>
            </a:extLst>
          </p:cNvPr>
          <p:cNvSpPr txBox="1"/>
          <p:nvPr/>
        </p:nvSpPr>
        <p:spPr>
          <a:xfrm>
            <a:off x="4672483" y="6086845"/>
            <a:ext cx="3275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Elaborado en </a:t>
            </a:r>
            <a:r>
              <a:rPr lang="es-MX" dirty="0" err="1"/>
              <a:t>Daggity</a:t>
            </a:r>
            <a:endParaRPr lang="es-MX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78A4C22-FF32-1A31-9FD5-7507C8D5EE39}"/>
              </a:ext>
            </a:extLst>
          </p:cNvPr>
          <p:cNvSpPr txBox="1"/>
          <p:nvPr/>
        </p:nvSpPr>
        <p:spPr>
          <a:xfrm>
            <a:off x="456821" y="401823"/>
            <a:ext cx="10879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accent1"/>
                </a:solidFill>
              </a:rPr>
              <a:t>DAG</a:t>
            </a:r>
          </a:p>
          <a:p>
            <a:pPr algn="ctr"/>
            <a:r>
              <a:rPr lang="es-MX" dirty="0"/>
              <a:t>Filogeografía de </a:t>
            </a:r>
            <a:r>
              <a:rPr lang="es-MX" i="1" dirty="0" err="1"/>
              <a:t>Cyanocompsa</a:t>
            </a:r>
            <a:r>
              <a:rPr lang="es-MX" i="1" dirty="0"/>
              <a:t> </a:t>
            </a:r>
            <a:r>
              <a:rPr lang="es-MX" i="1" dirty="0" err="1"/>
              <a:t>parellina</a:t>
            </a:r>
            <a:r>
              <a:rPr lang="es-MX" i="1" dirty="0"/>
              <a:t> </a:t>
            </a:r>
            <a:r>
              <a:rPr lang="es-MX" dirty="0"/>
              <a:t>a lo largo del Bosque Tropical Caducifolio en el Pacífico mexicano</a:t>
            </a:r>
          </a:p>
        </p:txBody>
      </p:sp>
    </p:spTree>
    <p:extLst>
      <p:ext uri="{BB962C8B-B14F-4D97-AF65-F5344CB8AC3E}">
        <p14:creationId xmlns:p14="http://schemas.microsoft.com/office/powerpoint/2010/main" val="17693329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</Words>
  <Application>Microsoft Office PowerPoint</Application>
  <PresentationFormat>Panorámica</PresentationFormat>
  <Paragraphs>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 Rodriguez</dc:creator>
  <cp:lastModifiedBy>Lucia Rodriguez</cp:lastModifiedBy>
  <cp:revision>1</cp:revision>
  <dcterms:created xsi:type="dcterms:W3CDTF">2026-02-03T15:50:25Z</dcterms:created>
  <dcterms:modified xsi:type="dcterms:W3CDTF">2026-02-03T15:55:01Z</dcterms:modified>
</cp:coreProperties>
</file>